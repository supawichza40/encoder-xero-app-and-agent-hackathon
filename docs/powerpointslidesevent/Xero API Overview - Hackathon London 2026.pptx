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51" r:id="rId3"/>
    <p:sldMasterId id="21474837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Cabin"/>
      <p:regular r:id="rId33"/>
      <p:bold r:id="rId34"/>
      <p:italic r:id="rId35"/>
      <p:boldItalic r:id="rId36"/>
    </p:embeddedFont>
    <p:embeddedFont>
      <p:font typeface="Work Sans ExtraBold"/>
      <p:bold r:id="rId37"/>
      <p:boldItalic r:id="rId38"/>
    </p:embeddedFont>
    <p:embeddedFont>
      <p:font typeface="Helvetica Neue"/>
      <p:regular r:id="rId39"/>
      <p:bold r:id="rId40"/>
      <p:italic r:id="rId41"/>
      <p:boldItalic r:id="rId42"/>
    </p:embeddedFont>
    <p:embeddedFont>
      <p:font typeface="Gill Sans"/>
      <p:regular r:id="rId43"/>
      <p:bold r:id="rId44"/>
    </p:embeddedFont>
    <p:embeddedFont>
      <p:font typeface="Special Gothic Condensed One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44" Type="http://schemas.openxmlformats.org/officeDocument/2006/relationships/font" Target="fonts/GillSans-bold.fntdata"/><Relationship Id="rId43" Type="http://schemas.openxmlformats.org/officeDocument/2006/relationships/font" Target="fonts/GillSans-regular.fntdata"/><Relationship Id="rId45" Type="http://schemas.openxmlformats.org/officeDocument/2006/relationships/font" Target="fonts/SpecialGothicCondensedOn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33" Type="http://schemas.openxmlformats.org/officeDocument/2006/relationships/font" Target="fonts/Cabin-regular.fntdata"/><Relationship Id="rId32" Type="http://schemas.openxmlformats.org/officeDocument/2006/relationships/font" Target="fonts/Roboto-boldItalic.fntdata"/><Relationship Id="rId35" Type="http://schemas.openxmlformats.org/officeDocument/2006/relationships/font" Target="fonts/Cabin-italic.fntdata"/><Relationship Id="rId34" Type="http://schemas.openxmlformats.org/officeDocument/2006/relationships/font" Target="fonts/Cabin-bold.fntdata"/><Relationship Id="rId37" Type="http://schemas.openxmlformats.org/officeDocument/2006/relationships/font" Target="fonts/WorkSansExtraBold-bold.fntdata"/><Relationship Id="rId36" Type="http://schemas.openxmlformats.org/officeDocument/2006/relationships/font" Target="fonts/Cabin-boldItalic.fntdata"/><Relationship Id="rId39" Type="http://schemas.openxmlformats.org/officeDocument/2006/relationships/font" Target="fonts/HelveticaNeue-regular.fntdata"/><Relationship Id="rId38" Type="http://schemas.openxmlformats.org/officeDocument/2006/relationships/font" Target="fonts/WorkSansExtra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font" Target="fonts/Robot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158f544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f158f544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158f5445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f158f5445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 you Encode - we’re so excited to be here hosting our first in person hackathon in the amazing city of LONDON!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ef6baf1c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ef6baf1c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2457f167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f2457f16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ef0aaad46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ef0aaad46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f6baf1c8a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ef6baf1c8a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158f5445a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f158f5445a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ef6baf1c8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ef6baf1c8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e4e46b5b27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e4e46b5b27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e4e46b5b27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e4e46b5b2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e4e46b5b27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e4e46b5b27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e4e46b5b27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e4e46b5b2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e4e46b5b27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e4e46b5b2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e4e46b5b2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e4e46b5b2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e4e46b5b27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e4e46b5b27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e4e46b5b27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e4e46b5b27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e4e46b5b27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e4e46b5b2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e4e46b5b2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e4e46b5b2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e4e46b5b27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e4e46b5b27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e4e46b5b27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e4e46b5b27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e4e46b5b27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e4e46b5b27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e4e46b5b27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e4e46b5b27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e4e46b5b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e4e46b5b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 - Dark Background">
  <p:cSld name="CUSTOM_1_1_1_1_4">
    <p:bg>
      <p:bgPr>
        <a:solidFill>
          <a:srgbClr val="073E5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17575" y="2011900"/>
            <a:ext cx="7082400" cy="5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99825" y="4556854"/>
            <a:ext cx="413075" cy="413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/>
          <p:nvPr/>
        </p:nvSpPr>
        <p:spPr>
          <a:xfrm>
            <a:off x="0" y="5090075"/>
            <a:ext cx="9144000" cy="67500"/>
          </a:xfrm>
          <a:prstGeom prst="rect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943250" y="2654900"/>
            <a:ext cx="7082400" cy="3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854325" y="741600"/>
            <a:ext cx="910500" cy="9105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87100" y="415200"/>
            <a:ext cx="272100" cy="2724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705950" y="687450"/>
            <a:ext cx="176100" cy="1764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747350" y="330700"/>
            <a:ext cx="176100" cy="1764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1685100" y="4367575"/>
            <a:ext cx="420000" cy="4203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261950" y="4367581"/>
            <a:ext cx="272100" cy="2724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6416675" y="4237398"/>
            <a:ext cx="420000" cy="420600"/>
          </a:xfrm>
          <a:prstGeom prst="ellipse">
            <a:avLst/>
          </a:prstGeom>
          <a:solidFill>
            <a:srgbClr val="13B5EA">
              <a:alpha val="18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4994475" y="320400"/>
            <a:ext cx="615300" cy="6153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7923450" y="863850"/>
            <a:ext cx="533700" cy="53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6637375" y="4270075"/>
            <a:ext cx="615300" cy="6153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3595650" y="4862925"/>
            <a:ext cx="615300" cy="6153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13"/>
          <p:cNvCxnSpPr/>
          <p:nvPr/>
        </p:nvCxnSpPr>
        <p:spPr>
          <a:xfrm>
            <a:off x="5436642" y="4553144"/>
            <a:ext cx="654900" cy="903600"/>
          </a:xfrm>
          <a:prstGeom prst="straightConnector1">
            <a:avLst/>
          </a:prstGeom>
          <a:noFill/>
          <a:ln cap="flat" cmpd="sng" w="9525">
            <a:solidFill>
              <a:srgbClr val="13B5E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/>
          <p:nvPr/>
        </p:nvCxnSpPr>
        <p:spPr>
          <a:xfrm flipH="1" rot="10800000">
            <a:off x="1304950" y="-197250"/>
            <a:ext cx="891900" cy="1427100"/>
          </a:xfrm>
          <a:prstGeom prst="straightConnector1">
            <a:avLst/>
          </a:prstGeom>
          <a:noFill/>
          <a:ln cap="flat" cmpd="sng" w="9525">
            <a:solidFill>
              <a:srgbClr val="13B5E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>
            <a:stCxn id="59" idx="7"/>
          </p:cNvCxnSpPr>
          <p:nvPr/>
        </p:nvCxnSpPr>
        <p:spPr>
          <a:xfrm flipH="1">
            <a:off x="1229692" y="4429127"/>
            <a:ext cx="813900" cy="1044000"/>
          </a:xfrm>
          <a:prstGeom prst="straightConnector1">
            <a:avLst/>
          </a:prstGeom>
          <a:noFill/>
          <a:ln cap="flat" cmpd="sng" w="9525">
            <a:solidFill>
              <a:srgbClr val="13B5EA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slide 1">
  <p:cSld name="TITLE_AND_BODY_1_1_1">
    <p:bg>
      <p:bgPr>
        <a:solidFill>
          <a:srgbClr val="E8E8E8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71" name="Google Shape;71;p14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4"/>
          <p:cNvSpPr txBox="1"/>
          <p:nvPr>
            <p:ph idx="2" type="subTitle"/>
          </p:nvPr>
        </p:nvSpPr>
        <p:spPr>
          <a:xfrm>
            <a:off x="290273" y="1028175"/>
            <a:ext cx="85509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3" type="subTitle"/>
          </p:nvPr>
        </p:nvSpPr>
        <p:spPr>
          <a:xfrm>
            <a:off x="295975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4" type="subTitle"/>
          </p:nvPr>
        </p:nvSpPr>
        <p:spPr>
          <a:xfrm>
            <a:off x="2494350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5" type="subTitle"/>
          </p:nvPr>
        </p:nvSpPr>
        <p:spPr>
          <a:xfrm>
            <a:off x="4692725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6" type="subTitle"/>
          </p:nvPr>
        </p:nvSpPr>
        <p:spPr>
          <a:xfrm>
            <a:off x="6891100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7" type="subTitle"/>
          </p:nvPr>
        </p:nvSpPr>
        <p:spPr>
          <a:xfrm>
            <a:off x="295975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8" type="subTitle"/>
          </p:nvPr>
        </p:nvSpPr>
        <p:spPr>
          <a:xfrm>
            <a:off x="2494350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9" type="subTitle"/>
          </p:nvPr>
        </p:nvSpPr>
        <p:spPr>
          <a:xfrm>
            <a:off x="4692725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3" type="subTitle"/>
          </p:nvPr>
        </p:nvSpPr>
        <p:spPr>
          <a:xfrm>
            <a:off x="6891100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slide 1 1">
  <p:cSld name="TITLE_AND_BODY_1_1_1_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83" name="Google Shape;83;p15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5"/>
          <p:cNvSpPr txBox="1"/>
          <p:nvPr>
            <p:ph idx="2" type="subTitle"/>
          </p:nvPr>
        </p:nvSpPr>
        <p:spPr>
          <a:xfrm>
            <a:off x="290273" y="1028175"/>
            <a:ext cx="85509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5" name="Google Shape;85;p15"/>
          <p:cNvSpPr txBox="1"/>
          <p:nvPr>
            <p:ph idx="3" type="subTitle"/>
          </p:nvPr>
        </p:nvSpPr>
        <p:spPr>
          <a:xfrm>
            <a:off x="295975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4" type="subTitle"/>
          </p:nvPr>
        </p:nvSpPr>
        <p:spPr>
          <a:xfrm>
            <a:off x="2494350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5" type="subTitle"/>
          </p:nvPr>
        </p:nvSpPr>
        <p:spPr>
          <a:xfrm>
            <a:off x="4692725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6" type="subTitle"/>
          </p:nvPr>
        </p:nvSpPr>
        <p:spPr>
          <a:xfrm>
            <a:off x="6891100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7" type="subTitle"/>
          </p:nvPr>
        </p:nvSpPr>
        <p:spPr>
          <a:xfrm>
            <a:off x="295975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8" type="subTitle"/>
          </p:nvPr>
        </p:nvSpPr>
        <p:spPr>
          <a:xfrm>
            <a:off x="2494350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9" type="subTitle"/>
          </p:nvPr>
        </p:nvSpPr>
        <p:spPr>
          <a:xfrm>
            <a:off x="4692725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92" name="Google Shape;92;p15"/>
          <p:cNvSpPr txBox="1"/>
          <p:nvPr>
            <p:ph idx="13" type="subTitle"/>
          </p:nvPr>
        </p:nvSpPr>
        <p:spPr>
          <a:xfrm>
            <a:off x="6891100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2">
            <a:alphaModFix/>
          </a:blip>
          <a:srcRect b="90" l="0" r="0" t="80"/>
          <a:stretch/>
        </p:blipFill>
        <p:spPr>
          <a:xfrm>
            <a:off x="384449" y="4533000"/>
            <a:ext cx="276963" cy="27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3">
  <p:cSld name="TITLE_AND_BODY_1_1_1_1">
    <p:bg>
      <p:bgPr>
        <a:solidFill>
          <a:srgbClr val="E8E8E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96" name="Google Shape;96;p16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6"/>
          <p:cNvSpPr txBox="1"/>
          <p:nvPr>
            <p:ph idx="2" type="subTitle"/>
          </p:nvPr>
        </p:nvSpPr>
        <p:spPr>
          <a:xfrm>
            <a:off x="290273" y="1028175"/>
            <a:ext cx="85509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3" type="subTitle"/>
          </p:nvPr>
        </p:nvSpPr>
        <p:spPr>
          <a:xfrm>
            <a:off x="295975" y="1786675"/>
            <a:ext cx="4468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4" type="subTitle"/>
          </p:nvPr>
        </p:nvSpPr>
        <p:spPr>
          <a:xfrm>
            <a:off x="295975" y="2244450"/>
            <a:ext cx="44685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/table slide 1">
  <p:cSld name="TITLE_AND_BODY_1">
    <p:bg>
      <p:bgPr>
        <a:solidFill>
          <a:srgbClr val="E8E8E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102" name="Google Shape;102;p17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7"/>
          <p:cNvSpPr txBox="1"/>
          <p:nvPr>
            <p:ph idx="2" type="subTitle"/>
          </p:nvPr>
        </p:nvSpPr>
        <p:spPr>
          <a:xfrm>
            <a:off x="295975" y="3717475"/>
            <a:ext cx="1043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3" type="subTitle"/>
          </p:nvPr>
        </p:nvSpPr>
        <p:spPr>
          <a:xfrm>
            <a:off x="1453350" y="3717475"/>
            <a:ext cx="1043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290273" y="1028175"/>
            <a:ext cx="5210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8" name="Google Shape;10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n text 1">
  <p:cSld name="CUSTOM_1_2">
    <p:bg>
      <p:bgPr>
        <a:solidFill>
          <a:srgbClr val="F0F3F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674800" y="224000"/>
            <a:ext cx="78702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rgbClr val="32465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674800" y="1372350"/>
            <a:ext cx="6627900" cy="3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800"/>
              <a:buChar char="●"/>
              <a:defRPr>
                <a:solidFill>
                  <a:srgbClr val="32465A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○"/>
              <a:defRPr>
                <a:solidFill>
                  <a:srgbClr val="32465A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■"/>
              <a:defRPr>
                <a:solidFill>
                  <a:srgbClr val="32465A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●"/>
              <a:defRPr>
                <a:solidFill>
                  <a:srgbClr val="32465A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○"/>
              <a:defRPr>
                <a:solidFill>
                  <a:srgbClr val="32465A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■"/>
              <a:defRPr>
                <a:solidFill>
                  <a:srgbClr val="32465A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●"/>
              <a:defRPr>
                <a:solidFill>
                  <a:srgbClr val="32465A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○"/>
              <a:defRPr>
                <a:solidFill>
                  <a:srgbClr val="32465A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■"/>
              <a:defRPr>
                <a:solidFill>
                  <a:srgbClr val="32465A"/>
                </a:solidFill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 title + Copy">
  <p:cSld name="Header + Sub title + Cop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354675" y="992000"/>
            <a:ext cx="83322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17" name="Google Shape;117;p20"/>
          <p:cNvSpPr txBox="1"/>
          <p:nvPr>
            <p:ph idx="2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i="0" sz="1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0"/>
          <p:cNvSpPr txBox="1"/>
          <p:nvPr>
            <p:ph idx="3" type="body"/>
          </p:nvPr>
        </p:nvSpPr>
        <p:spPr>
          <a:xfrm>
            <a:off x="363025" y="1377150"/>
            <a:ext cx="8330700" cy="3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 title + Copy 1">
  <p:cSld name="CUSTOM_9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54675" y="992000"/>
            <a:ext cx="83322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2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sz="1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3" type="body"/>
          </p:nvPr>
        </p:nvSpPr>
        <p:spPr>
          <a:xfrm>
            <a:off x="363025" y="1377150"/>
            <a:ext cx="8330700" cy="31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3 2">
  <p:cSld name="TITLE_AND_BODY_1_1_1_1_2">
    <p:bg>
      <p:bgPr>
        <a:solidFill>
          <a:srgbClr val="E8E8E8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126" name="Google Shape;126;p22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22"/>
          <p:cNvSpPr txBox="1"/>
          <p:nvPr>
            <p:ph idx="2" type="subTitle"/>
          </p:nvPr>
        </p:nvSpPr>
        <p:spPr>
          <a:xfrm>
            <a:off x="290273" y="1028175"/>
            <a:ext cx="85509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3" type="subTitle"/>
          </p:nvPr>
        </p:nvSpPr>
        <p:spPr>
          <a:xfrm>
            <a:off x="295975" y="1786675"/>
            <a:ext cx="4468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4" type="subTitle"/>
          </p:nvPr>
        </p:nvSpPr>
        <p:spPr>
          <a:xfrm>
            <a:off x="295975" y="2244450"/>
            <a:ext cx="44685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Section head 1">
  <p:cSld name="TITLE_AND_BODY_1_1_1_1_1_2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90" l="0" r="0" t="80"/>
          <a:stretch/>
        </p:blipFill>
        <p:spPr>
          <a:xfrm>
            <a:off x="384449" y="4533000"/>
            <a:ext cx="276963" cy="27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 showMasterSp="0">
  <p:cSld name="TITLE_AND_BODY_1_3">
    <p:bg>
      <p:bgPr>
        <a:gradFill>
          <a:gsLst>
            <a:gs pos="0">
              <a:srgbClr val="1C303E"/>
            </a:gs>
            <a:gs pos="26170">
              <a:srgbClr val="1C303E"/>
            </a:gs>
            <a:gs pos="71710">
              <a:srgbClr val="1E4254"/>
            </a:gs>
            <a:gs pos="100000">
              <a:srgbClr val="1D5068"/>
            </a:gs>
          </a:gsLst>
          <a:lin ang="5400012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4"/>
          <p:cNvPicPr preferRelativeResize="0"/>
          <p:nvPr/>
        </p:nvPicPr>
        <p:blipFill rotWithShape="1">
          <a:blip r:embed="rId2">
            <a:alphaModFix/>
          </a:blip>
          <a:srcRect b="34055" l="2652" r="3310" t="4794"/>
          <a:stretch/>
        </p:blipFill>
        <p:spPr>
          <a:xfrm>
            <a:off x="5087690" y="0"/>
            <a:ext cx="4084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4523594" y="2730943"/>
            <a:ext cx="969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75" lIns="1975" spcFirstLastPara="1" rIns="1975" wrap="square" tIns="1975">
            <a:normAutofit lnSpcReduction="20000"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3 Boxes">
  <p:cSld name="CUSTOM_9_1_2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sz="1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/>
          <p:nvPr/>
        </p:nvSpPr>
        <p:spPr>
          <a:xfrm>
            <a:off x="3037400" y="1471150"/>
            <a:ext cx="2646000" cy="2864700"/>
          </a:xfrm>
          <a:prstGeom prst="rect">
            <a:avLst/>
          </a:prstGeom>
          <a:solidFill>
            <a:srgbClr val="EFFA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5883750" y="1471150"/>
            <a:ext cx="2646000" cy="2864700"/>
          </a:xfrm>
          <a:prstGeom prst="rect">
            <a:avLst/>
          </a:prstGeom>
          <a:solidFill>
            <a:srgbClr val="EFFA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215725" y="1471150"/>
            <a:ext cx="2646000" cy="2864700"/>
          </a:xfrm>
          <a:prstGeom prst="rect">
            <a:avLst/>
          </a:prstGeom>
          <a:solidFill>
            <a:srgbClr val="EFFA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 txBox="1"/>
          <p:nvPr>
            <p:ph idx="2" type="subTitle"/>
          </p:nvPr>
        </p:nvSpPr>
        <p:spPr>
          <a:xfrm>
            <a:off x="359804" y="1569025"/>
            <a:ext cx="25020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body"/>
          </p:nvPr>
        </p:nvSpPr>
        <p:spPr>
          <a:xfrm>
            <a:off x="354700" y="1856500"/>
            <a:ext cx="25020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subTitle"/>
          </p:nvPr>
        </p:nvSpPr>
        <p:spPr>
          <a:xfrm>
            <a:off x="3174475" y="1569025"/>
            <a:ext cx="25020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subTitle"/>
          </p:nvPr>
        </p:nvSpPr>
        <p:spPr>
          <a:xfrm>
            <a:off x="5997900" y="1576875"/>
            <a:ext cx="25020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body"/>
          </p:nvPr>
        </p:nvSpPr>
        <p:spPr>
          <a:xfrm>
            <a:off x="3173212" y="1862077"/>
            <a:ext cx="25020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6002837" y="1856497"/>
            <a:ext cx="25020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(1)">
  <p:cSld name="CUSTOM_5">
    <p:bg>
      <p:bgPr>
        <a:solidFill>
          <a:srgbClr val="0078C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33" y="92443"/>
            <a:ext cx="1300951" cy="13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>
            <p:ph type="title"/>
          </p:nvPr>
        </p:nvSpPr>
        <p:spPr>
          <a:xfrm>
            <a:off x="329750" y="1825525"/>
            <a:ext cx="8357100" cy="15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2" name="Google Shape;152;p26"/>
          <p:cNvSpPr txBox="1"/>
          <p:nvPr>
            <p:ph idx="1" type="subTitle"/>
          </p:nvPr>
        </p:nvSpPr>
        <p:spPr>
          <a:xfrm>
            <a:off x="354712" y="1598800"/>
            <a:ext cx="8332200" cy="2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3" name="Google Shape;153;p26"/>
          <p:cNvSpPr txBox="1"/>
          <p:nvPr>
            <p:ph idx="2" type="subTitle"/>
          </p:nvPr>
        </p:nvSpPr>
        <p:spPr>
          <a:xfrm>
            <a:off x="364375" y="3548150"/>
            <a:ext cx="8322300" cy="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2000"/>
              <a:buFont typeface="Source Sans Pro"/>
              <a:buNone/>
              <a:defRPr b="1" sz="2000">
                <a:solidFill>
                  <a:srgbClr val="0078C8"/>
                </a:solidFill>
                <a:highlight>
                  <a:schemeClr val="lt1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94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(2)">
  <p:cSld name="CUSTOM_8">
    <p:bg>
      <p:bgPr>
        <a:solidFill>
          <a:srgbClr val="00B6E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>
            <a:off x="4928625" y="0"/>
            <a:ext cx="4215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2">
            <a:alphaModFix amt="34000"/>
          </a:blip>
          <a:srcRect b="0" l="40706" r="0" t="0"/>
          <a:stretch/>
        </p:blipFill>
        <p:spPr>
          <a:xfrm>
            <a:off x="3710009" y="0"/>
            <a:ext cx="54217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33" y="92443"/>
            <a:ext cx="1300951" cy="13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>
            <p:ph type="title"/>
          </p:nvPr>
        </p:nvSpPr>
        <p:spPr>
          <a:xfrm>
            <a:off x="349125" y="1971511"/>
            <a:ext cx="4579500" cy="10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(2) 1">
  <p:cSld name="CUSTOM_8_1">
    <p:bg>
      <p:bgPr>
        <a:solidFill>
          <a:srgbClr val="00B6EE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/>
          <p:nvPr/>
        </p:nvSpPr>
        <p:spPr>
          <a:xfrm>
            <a:off x="4928625" y="0"/>
            <a:ext cx="4215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 rotWithShape="1">
          <a:blip r:embed="rId2">
            <a:alphaModFix amt="34000"/>
          </a:blip>
          <a:srcRect b="0" l="40706" r="0" t="0"/>
          <a:stretch/>
        </p:blipFill>
        <p:spPr>
          <a:xfrm>
            <a:off x="3710009" y="0"/>
            <a:ext cx="54217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33" y="92443"/>
            <a:ext cx="1300951" cy="13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>
            <p:ph type="title"/>
          </p:nvPr>
        </p:nvSpPr>
        <p:spPr>
          <a:xfrm>
            <a:off x="349125" y="1971511"/>
            <a:ext cx="4579500" cy="10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gradFill>
          <a:gsLst>
            <a:gs pos="0">
              <a:srgbClr val="E4E9EE"/>
            </a:gs>
            <a:gs pos="26170">
              <a:srgbClr val="E4E9EE"/>
            </a:gs>
            <a:gs pos="71710">
              <a:srgbClr val="EAEEF3"/>
            </a:gs>
            <a:gs pos="100000">
              <a:srgbClr val="EFF2F6"/>
            </a:gs>
          </a:gsLst>
          <a:lin ang="5400012" scaled="0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idx="12" type="sldNum"/>
          </p:nvPr>
        </p:nvSpPr>
        <p:spPr>
          <a:xfrm>
            <a:off x="4572000" y="2730943"/>
            <a:ext cx="951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75" lIns="1975" spcFirstLastPara="1" rIns="1975" wrap="square" tIns="1975">
            <a:normAutofit lnSpcReduction="20000"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Section head">
  <p:cSld name="TITLE_AND_BODY_1_1_1_1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1">
  <p:cSld name="SECTION_HEADER_2_1">
    <p:bg>
      <p:bgPr>
        <a:solidFill>
          <a:srgbClr val="E8E8E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70" name="Google Shape;170;p31"/>
          <p:cNvSpPr txBox="1"/>
          <p:nvPr>
            <p:ph idx="1" type="subTitle"/>
          </p:nvPr>
        </p:nvSpPr>
        <p:spPr>
          <a:xfrm>
            <a:off x="295975" y="269675"/>
            <a:ext cx="23136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171" name="Google Shape;171;p31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31"/>
          <p:cNvCxnSpPr/>
          <p:nvPr/>
        </p:nvCxnSpPr>
        <p:spPr>
          <a:xfrm>
            <a:off x="287920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31"/>
          <p:cNvSpPr txBox="1"/>
          <p:nvPr>
            <p:ph idx="2" type="subTitle"/>
          </p:nvPr>
        </p:nvSpPr>
        <p:spPr>
          <a:xfrm>
            <a:off x="2790725" y="1028175"/>
            <a:ext cx="52344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74" name="Google Shape;174;p31"/>
          <p:cNvSpPr txBox="1"/>
          <p:nvPr>
            <p:ph idx="3" type="subTitle"/>
          </p:nvPr>
        </p:nvSpPr>
        <p:spPr>
          <a:xfrm>
            <a:off x="2790725" y="1835175"/>
            <a:ext cx="52344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75" name="Google Shape;175;p31"/>
          <p:cNvSpPr txBox="1"/>
          <p:nvPr>
            <p:ph idx="4" type="subTitle"/>
          </p:nvPr>
        </p:nvSpPr>
        <p:spPr>
          <a:xfrm>
            <a:off x="2790725" y="2179850"/>
            <a:ext cx="5234400" cy="20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76" name="Google Shape;176;p31"/>
          <p:cNvSpPr txBox="1"/>
          <p:nvPr>
            <p:ph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77" name="Google Shape;177;p31"/>
          <p:cNvSpPr txBox="1"/>
          <p:nvPr>
            <p:ph idx="5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78" name="Google Shape;178;p31"/>
          <p:cNvSpPr txBox="1"/>
          <p:nvPr>
            <p:ph idx="6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b="90" l="0" r="0" t="80"/>
          <a:stretch/>
        </p:blipFill>
        <p:spPr>
          <a:xfrm>
            <a:off x="384449" y="4533000"/>
            <a:ext cx="276963" cy="27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title 1">
  <p:cSld name="SECTION_HEADER_1">
    <p:bg>
      <p:bgPr>
        <a:solidFill>
          <a:srgbClr val="E8E8E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2" name="Google Shape;182;p32"/>
          <p:cNvSpPr txBox="1"/>
          <p:nvPr>
            <p:ph idx="1" type="subTitle"/>
          </p:nvPr>
        </p:nvSpPr>
        <p:spPr>
          <a:xfrm>
            <a:off x="295975" y="269675"/>
            <a:ext cx="23136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183" name="Google Shape;183;p32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32"/>
          <p:cNvSpPr txBox="1"/>
          <p:nvPr>
            <p:ph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85" name="Google Shape;185;p32"/>
          <p:cNvSpPr txBox="1"/>
          <p:nvPr>
            <p:ph idx="2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86" name="Google Shape;186;p32"/>
          <p:cNvSpPr txBox="1"/>
          <p:nvPr>
            <p:ph idx="3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87" name="Google Shape;187;p32" title="This document is classified Internal (Non personal)"/>
          <p:cNvSpPr/>
          <p:nvPr/>
        </p:nvSpPr>
        <p:spPr>
          <a:xfrm>
            <a:off x="130602" y="4786875"/>
            <a:ext cx="822900" cy="222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3B5E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3B5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Internal(np)</a:t>
            </a:r>
            <a:endParaRPr sz="8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title 1 1">
  <p:cSld name="SECTION_HEADER_2">
    <p:bg>
      <p:bgPr>
        <a:solidFill>
          <a:srgbClr val="E8E8E8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0" name="Google Shape;190;p33"/>
          <p:cNvSpPr txBox="1"/>
          <p:nvPr>
            <p:ph idx="1" type="subTitle"/>
          </p:nvPr>
        </p:nvSpPr>
        <p:spPr>
          <a:xfrm>
            <a:off x="295975" y="269675"/>
            <a:ext cx="23136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191" name="Google Shape;191;p33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3"/>
          <p:cNvSpPr txBox="1"/>
          <p:nvPr>
            <p:ph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93" name="Google Shape;193;p33"/>
          <p:cNvSpPr txBox="1"/>
          <p:nvPr>
            <p:ph idx="2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idx="3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5" name="Google Shape;195;p33" title="This document is classified Internal (Non personal)"/>
          <p:cNvSpPr/>
          <p:nvPr/>
        </p:nvSpPr>
        <p:spPr>
          <a:xfrm>
            <a:off x="130602" y="4786875"/>
            <a:ext cx="822900" cy="222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3B5E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3B5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Internal(np)</a:t>
            </a:r>
            <a:endParaRPr sz="8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Body">
  <p:cSld name="CUSTOM_9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8" name="Google Shape;198;p34"/>
          <p:cNvSpPr txBox="1"/>
          <p:nvPr>
            <p:ph idx="1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sz="1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4"/>
          <p:cNvSpPr txBox="1"/>
          <p:nvPr>
            <p:ph idx="2" type="body"/>
          </p:nvPr>
        </p:nvSpPr>
        <p:spPr>
          <a:xfrm>
            <a:off x="365750" y="990600"/>
            <a:ext cx="8330700" cy="3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oint slide 2">
  <p:cSld name="TITLE_AND_BODY_1_2_1">
    <p:bg>
      <p:bgPr>
        <a:solidFill>
          <a:srgbClr val="073E5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02" name="Google Shape;202;p35"/>
          <p:cNvSpPr txBox="1"/>
          <p:nvPr>
            <p:ph type="title"/>
          </p:nvPr>
        </p:nvSpPr>
        <p:spPr>
          <a:xfrm>
            <a:off x="463950" y="1028175"/>
            <a:ext cx="82161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4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" name="Google Shape;203;p35"/>
          <p:cNvSpPr txBox="1"/>
          <p:nvPr>
            <p:ph idx="2" type="subTitle"/>
          </p:nvPr>
        </p:nvSpPr>
        <p:spPr>
          <a:xfrm>
            <a:off x="1966650" y="2566375"/>
            <a:ext cx="5210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i="1" sz="2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2pPr>
            <a:lvl3pPr lvl="2" rtl="0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3pPr>
            <a:lvl4pPr lvl="3" rtl="0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4pPr>
            <a:lvl5pPr lvl="4" rtl="0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5pPr>
            <a:lvl6pPr lvl="5" rtl="0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6pPr>
            <a:lvl7pPr lvl="6" rtl="0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7pPr>
            <a:lvl8pPr lvl="7" rtl="0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8pPr>
            <a:lvl9pPr lvl="8" rtl="0" algn="ctr">
              <a:spcBef>
                <a:spcPts val="1200"/>
              </a:spcBef>
              <a:spcAft>
                <a:spcPts val="1200"/>
              </a:spcAft>
              <a:buNone/>
              <a:defRPr b="1" i="1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4" name="Google Shape;204;p35"/>
          <p:cNvPicPr preferRelativeResize="0"/>
          <p:nvPr/>
        </p:nvPicPr>
        <p:blipFill rotWithShape="1">
          <a:blip r:embed="rId2">
            <a:alphaModFix/>
          </a:blip>
          <a:srcRect b="90" l="0" r="0" t="80"/>
          <a:stretch/>
        </p:blipFill>
        <p:spPr>
          <a:xfrm>
            <a:off x="384449" y="4533000"/>
            <a:ext cx="276963" cy="27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Section head 3">
  <p:cSld name="TITLE_AND_BODY_1_1_1_1_1_6"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erocon Dark 2">
  <p:cSld name="Xerocon Dark 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idx="12" type="sldNum"/>
          </p:nvPr>
        </p:nvSpPr>
        <p:spPr>
          <a:xfrm>
            <a:off x="4531001" y="2613541"/>
            <a:ext cx="819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 lnSpcReduction="20000"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 title">
  <p:cSld name="CUSTOM_9_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1" type="subTitle"/>
          </p:nvPr>
        </p:nvSpPr>
        <p:spPr>
          <a:xfrm>
            <a:off x="354675" y="992000"/>
            <a:ext cx="83322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2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sz="1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erocon Dark 2 1">
  <p:cSld name="Xerocon Dark 2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idx="12" type="sldNum"/>
          </p:nvPr>
        </p:nvSpPr>
        <p:spPr>
          <a:xfrm>
            <a:off x="4531001" y="2613541"/>
            <a:ext cx="819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 lnSpcReduction="20000"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3">
  <p:cSld name="BLANK_3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/Glossary Page">
  <p:cSld name="CUSTOM_4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2"/>
          <p:cNvPicPr preferRelativeResize="0"/>
          <p:nvPr/>
        </p:nvPicPr>
        <p:blipFill rotWithShape="1">
          <a:blip r:embed="rId2">
            <a:alphaModFix amt="34000"/>
          </a:blip>
          <a:srcRect b="0" l="40706" r="0" t="0"/>
          <a:stretch/>
        </p:blipFill>
        <p:spPr>
          <a:xfrm>
            <a:off x="3710009" y="0"/>
            <a:ext cx="542179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2"/>
          <p:cNvSpPr txBox="1"/>
          <p:nvPr>
            <p:ph type="title"/>
          </p:nvPr>
        </p:nvSpPr>
        <p:spPr>
          <a:xfrm>
            <a:off x="340600" y="361275"/>
            <a:ext cx="8346300" cy="5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" name="Google Shape;222;p42"/>
          <p:cNvSpPr txBox="1"/>
          <p:nvPr>
            <p:ph idx="1" type="subTitle"/>
          </p:nvPr>
        </p:nvSpPr>
        <p:spPr>
          <a:xfrm>
            <a:off x="367175" y="1072900"/>
            <a:ext cx="2915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23" name="Google Shape;223;p42"/>
          <p:cNvSpPr txBox="1"/>
          <p:nvPr>
            <p:ph idx="2" type="subTitle"/>
          </p:nvPr>
        </p:nvSpPr>
        <p:spPr>
          <a:xfrm>
            <a:off x="3902826" y="1081000"/>
            <a:ext cx="2915400" cy="3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24" name="Google Shape;224;p42"/>
          <p:cNvSpPr txBox="1"/>
          <p:nvPr>
            <p:ph idx="3" type="body"/>
          </p:nvPr>
        </p:nvSpPr>
        <p:spPr>
          <a:xfrm>
            <a:off x="360224" y="1454725"/>
            <a:ext cx="2803800" cy="30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25" name="Google Shape;225;p42"/>
          <p:cNvSpPr txBox="1"/>
          <p:nvPr>
            <p:ph idx="4" type="body"/>
          </p:nvPr>
        </p:nvSpPr>
        <p:spPr>
          <a:xfrm>
            <a:off x="3893950" y="1454650"/>
            <a:ext cx="2803800" cy="30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rtner blue 1">
  <p:cSld name="Blank Partner blue_1">
    <p:bg>
      <p:bgPr>
        <a:solidFill>
          <a:srgbClr val="213B5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s 1">
  <p:cSld name="TITLE_1_3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/>
          <p:nvPr>
            <p:ph type="title"/>
          </p:nvPr>
        </p:nvSpPr>
        <p:spPr>
          <a:xfrm>
            <a:off x="256300" y="1028175"/>
            <a:ext cx="82161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1" i="0" sz="48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44"/>
          <p:cNvSpPr txBox="1"/>
          <p:nvPr>
            <p:ph idx="1" type="subTitle"/>
          </p:nvPr>
        </p:nvSpPr>
        <p:spPr>
          <a:xfrm>
            <a:off x="278868" y="2566375"/>
            <a:ext cx="5210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2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44"/>
          <p:cNvSpPr txBox="1"/>
          <p:nvPr>
            <p:ph idx="2" type="subTitle"/>
          </p:nvPr>
        </p:nvSpPr>
        <p:spPr>
          <a:xfrm>
            <a:off x="284570" y="3785375"/>
            <a:ext cx="5210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32" name="Google Shape;232;p44"/>
          <p:cNvSpPr txBox="1"/>
          <p:nvPr>
            <p:ph idx="3" type="subTitle"/>
          </p:nvPr>
        </p:nvSpPr>
        <p:spPr>
          <a:xfrm>
            <a:off x="295975" y="269675"/>
            <a:ext cx="5210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0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33" name="Google Shape;233;p44"/>
          <p:cNvSpPr txBox="1"/>
          <p:nvPr>
            <p:ph idx="4" type="subTitle"/>
          </p:nvPr>
        </p:nvSpPr>
        <p:spPr>
          <a:xfrm>
            <a:off x="284570" y="4161025"/>
            <a:ext cx="5210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0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234" name="Google Shape;234;p44"/>
          <p:cNvCxnSpPr/>
          <p:nvPr/>
        </p:nvCxnSpPr>
        <p:spPr>
          <a:xfrm>
            <a:off x="384450" y="927100"/>
            <a:ext cx="1234800" cy="0"/>
          </a:xfrm>
          <a:prstGeom prst="straightConnector1">
            <a:avLst/>
          </a:prstGeom>
          <a:noFill/>
          <a:ln cap="flat" cmpd="sng" w="38100">
            <a:solidFill>
              <a:srgbClr val="46C3E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81">
          <p15:clr>
            <a:srgbClr val="FA7B17"/>
          </p15:clr>
        </p15:guide>
        <p15:guide id="2" orient="horz" pos="187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py 9">
  <p:cSld name="Blank copy 9">
    <p:bg>
      <p:bgPr>
        <a:solidFill>
          <a:srgbClr val="3FB4E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 txBox="1"/>
          <p:nvPr>
            <p:ph idx="12" type="sldNum"/>
          </p:nvPr>
        </p:nvSpPr>
        <p:spPr>
          <a:xfrm>
            <a:off x="4483893" y="4879181"/>
            <a:ext cx="17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28575" spcFirstLastPara="1" rIns="28575" wrap="square" tIns="2857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bullets 5">
  <p:cSld name="TITLE_AND_BODY_3">
    <p:bg>
      <p:bgPr>
        <a:solidFill>
          <a:srgbClr val="E8E8E8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6"/>
          <p:cNvSpPr/>
          <p:nvPr/>
        </p:nvSpPr>
        <p:spPr>
          <a:xfrm>
            <a:off x="600" y="0"/>
            <a:ext cx="9144000" cy="1719000"/>
          </a:xfrm>
          <a:prstGeom prst="rect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6"/>
          <p:cNvSpPr/>
          <p:nvPr/>
        </p:nvSpPr>
        <p:spPr>
          <a:xfrm>
            <a:off x="600" y="1712250"/>
            <a:ext cx="9144000" cy="1719000"/>
          </a:xfrm>
          <a:prstGeom prst="rect">
            <a:avLst/>
          </a:prstGeom>
          <a:solidFill>
            <a:srgbClr val="0D84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6"/>
          <p:cNvSpPr/>
          <p:nvPr/>
        </p:nvSpPr>
        <p:spPr>
          <a:xfrm>
            <a:off x="600" y="3424500"/>
            <a:ext cx="9144000" cy="1719000"/>
          </a:xfrm>
          <a:prstGeom prst="rect">
            <a:avLst/>
          </a:prstGeom>
          <a:solidFill>
            <a:srgbClr val="1472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6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6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243" name="Google Shape;243;p46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46"/>
          <p:cNvSpPr txBox="1"/>
          <p:nvPr>
            <p:ph type="title"/>
          </p:nvPr>
        </p:nvSpPr>
        <p:spPr>
          <a:xfrm>
            <a:off x="2696525" y="420975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2" type="title"/>
          </p:nvPr>
        </p:nvSpPr>
        <p:spPr>
          <a:xfrm>
            <a:off x="2696525" y="962450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3" type="title"/>
          </p:nvPr>
        </p:nvSpPr>
        <p:spPr>
          <a:xfrm>
            <a:off x="2696525" y="2108975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4" type="title"/>
          </p:nvPr>
        </p:nvSpPr>
        <p:spPr>
          <a:xfrm>
            <a:off x="2696525" y="2650450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5" type="title"/>
          </p:nvPr>
        </p:nvSpPr>
        <p:spPr>
          <a:xfrm>
            <a:off x="2696525" y="3796975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46"/>
          <p:cNvSpPr txBox="1"/>
          <p:nvPr>
            <p:ph idx="6" type="title"/>
          </p:nvPr>
        </p:nvSpPr>
        <p:spPr>
          <a:xfrm>
            <a:off x="2696525" y="4338450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0" name="Google Shape;250;p46"/>
          <p:cNvSpPr txBox="1"/>
          <p:nvPr>
            <p:ph idx="7"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51" name="Google Shape;251;p46"/>
          <p:cNvSpPr txBox="1"/>
          <p:nvPr>
            <p:ph idx="8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52" name="Google Shape;252;p46"/>
          <p:cNvSpPr txBox="1"/>
          <p:nvPr>
            <p:ph idx="9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53" name="Google Shape;253;p46"/>
          <p:cNvSpPr/>
          <p:nvPr/>
        </p:nvSpPr>
        <p:spPr>
          <a:xfrm>
            <a:off x="130600" y="4748575"/>
            <a:ext cx="946800" cy="222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3B5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6"/>
          <p:cNvSpPr txBox="1"/>
          <p:nvPr/>
        </p:nvSpPr>
        <p:spPr>
          <a:xfrm>
            <a:off x="153550" y="4798525"/>
            <a:ext cx="90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3B5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Internal(np)</a:t>
            </a:r>
            <a:endParaRPr b="1" sz="800">
              <a:solidFill>
                <a:srgbClr val="13B5E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oint slide 1">
  <p:cSld name="TITLE_AND_BODY_1_2_2">
    <p:bg>
      <p:bgPr>
        <a:solidFill>
          <a:srgbClr val="E8E8E8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7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257" name="Google Shape;257;p47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7"/>
          <p:cNvSpPr txBox="1"/>
          <p:nvPr>
            <p:ph type="title"/>
          </p:nvPr>
        </p:nvSpPr>
        <p:spPr>
          <a:xfrm>
            <a:off x="256300" y="1028175"/>
            <a:ext cx="82161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48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9" name="Google Shape;259;p47"/>
          <p:cNvSpPr txBox="1"/>
          <p:nvPr>
            <p:ph idx="2" type="subTitle"/>
          </p:nvPr>
        </p:nvSpPr>
        <p:spPr>
          <a:xfrm>
            <a:off x="278150" y="2566375"/>
            <a:ext cx="5210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i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 i="1"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 i="1"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 i="1"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 i="1"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 i="1"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 i="1"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 i="1"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 i="1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slide 2">
  <p:cSld name="SECTION_HEADER_2_2">
    <p:bg>
      <p:bgPr>
        <a:solidFill>
          <a:srgbClr val="E8E8E8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62" name="Google Shape;262;p48"/>
          <p:cNvSpPr txBox="1"/>
          <p:nvPr>
            <p:ph idx="1" type="subTitle"/>
          </p:nvPr>
        </p:nvSpPr>
        <p:spPr>
          <a:xfrm>
            <a:off x="295975" y="269675"/>
            <a:ext cx="23136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263" name="Google Shape;263;p48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48"/>
          <p:cNvSpPr txBox="1"/>
          <p:nvPr>
            <p:ph idx="2" type="subTitle"/>
          </p:nvPr>
        </p:nvSpPr>
        <p:spPr>
          <a:xfrm>
            <a:off x="2790725" y="1028175"/>
            <a:ext cx="41484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65" name="Google Shape;265;p48"/>
          <p:cNvSpPr txBox="1"/>
          <p:nvPr>
            <p:ph idx="3" type="body"/>
          </p:nvPr>
        </p:nvSpPr>
        <p:spPr>
          <a:xfrm>
            <a:off x="2755750" y="1517925"/>
            <a:ext cx="5181000" cy="32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Char char="●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92100" lvl="1" marL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○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92100" lvl="2" marL="13716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■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92100" lvl="3" marL="18288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●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92100" lvl="4" marL="2286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○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92100" lvl="5" marL="27432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■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92100" lvl="6" marL="3200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●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92100" lvl="7" marL="36576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○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92100" lvl="8" marL="41148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ource Sans Pro"/>
              <a:buChar char="■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66" name="Google Shape;266;p48"/>
          <p:cNvSpPr txBox="1"/>
          <p:nvPr>
            <p:ph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67" name="Google Shape;267;p48"/>
          <p:cNvSpPr txBox="1"/>
          <p:nvPr>
            <p:ph idx="4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68" name="Google Shape;268;p48"/>
          <p:cNvSpPr txBox="1"/>
          <p:nvPr>
            <p:ph idx="5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5" name="Google Shape;275;p5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6" name="Google Shape;276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9" name="Google Shape;27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" name="Google Shape;282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3" name="Google Shape;28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5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7" name="Google Shape;287;p5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8" name="Google Shape;28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" name="Google Shape;29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4" name="Google Shape;294;p5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8" name="Google Shape;298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2" name="Google Shape;302;p5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3" name="Google Shape;303;p5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4" name="Google Shape;30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07" name="Google Shape;307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0" name="Google Shape;310;p5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int - Dark Background">
  <p:cSld name="CUSTOM_1_1_1_1_4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1"/>
          <p:cNvSpPr txBox="1"/>
          <p:nvPr>
            <p:ph type="title"/>
          </p:nvPr>
        </p:nvSpPr>
        <p:spPr>
          <a:xfrm>
            <a:off x="917575" y="2011900"/>
            <a:ext cx="7082400" cy="5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316" name="Google Shape;316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99825" y="4556854"/>
            <a:ext cx="413075" cy="41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1"/>
          <p:cNvSpPr/>
          <p:nvPr/>
        </p:nvSpPr>
        <p:spPr>
          <a:xfrm>
            <a:off x="0" y="5090075"/>
            <a:ext cx="9144000" cy="67500"/>
          </a:xfrm>
          <a:prstGeom prst="rect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1"/>
          <p:cNvSpPr txBox="1"/>
          <p:nvPr>
            <p:ph idx="1" type="subTitle"/>
          </p:nvPr>
        </p:nvSpPr>
        <p:spPr>
          <a:xfrm>
            <a:off x="943250" y="2654900"/>
            <a:ext cx="7082400" cy="3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9" name="Google Shape;319;p61"/>
          <p:cNvSpPr/>
          <p:nvPr/>
        </p:nvSpPr>
        <p:spPr>
          <a:xfrm>
            <a:off x="854325" y="741600"/>
            <a:ext cx="910500" cy="9105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1"/>
          <p:cNvSpPr/>
          <p:nvPr/>
        </p:nvSpPr>
        <p:spPr>
          <a:xfrm>
            <a:off x="387100" y="415200"/>
            <a:ext cx="272100" cy="2724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1"/>
          <p:cNvSpPr/>
          <p:nvPr/>
        </p:nvSpPr>
        <p:spPr>
          <a:xfrm>
            <a:off x="2705950" y="687450"/>
            <a:ext cx="176100" cy="1764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1"/>
          <p:cNvSpPr/>
          <p:nvPr/>
        </p:nvSpPr>
        <p:spPr>
          <a:xfrm>
            <a:off x="7747350" y="330700"/>
            <a:ext cx="176100" cy="1764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1"/>
          <p:cNvSpPr/>
          <p:nvPr/>
        </p:nvSpPr>
        <p:spPr>
          <a:xfrm>
            <a:off x="1685100" y="4367575"/>
            <a:ext cx="420000" cy="4203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1"/>
          <p:cNvSpPr/>
          <p:nvPr/>
        </p:nvSpPr>
        <p:spPr>
          <a:xfrm>
            <a:off x="5261950" y="4367581"/>
            <a:ext cx="272100" cy="272400"/>
          </a:xfrm>
          <a:prstGeom prst="ellipse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61"/>
          <p:cNvSpPr/>
          <p:nvPr/>
        </p:nvSpPr>
        <p:spPr>
          <a:xfrm>
            <a:off x="6416675" y="4237398"/>
            <a:ext cx="420000" cy="420600"/>
          </a:xfrm>
          <a:prstGeom prst="ellipse">
            <a:avLst/>
          </a:prstGeom>
          <a:solidFill>
            <a:srgbClr val="13B5EA">
              <a:alpha val="18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61"/>
          <p:cNvSpPr/>
          <p:nvPr/>
        </p:nvSpPr>
        <p:spPr>
          <a:xfrm>
            <a:off x="4994475" y="320400"/>
            <a:ext cx="615300" cy="6153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1"/>
          <p:cNvSpPr/>
          <p:nvPr/>
        </p:nvSpPr>
        <p:spPr>
          <a:xfrm>
            <a:off x="7923450" y="863850"/>
            <a:ext cx="533700" cy="53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1"/>
          <p:cNvSpPr/>
          <p:nvPr/>
        </p:nvSpPr>
        <p:spPr>
          <a:xfrm>
            <a:off x="6637375" y="4270075"/>
            <a:ext cx="615300" cy="6153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1"/>
          <p:cNvSpPr/>
          <p:nvPr/>
        </p:nvSpPr>
        <p:spPr>
          <a:xfrm>
            <a:off x="3595650" y="4862925"/>
            <a:ext cx="615300" cy="6153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0" name="Google Shape;330;p61"/>
          <p:cNvCxnSpPr/>
          <p:nvPr/>
        </p:nvCxnSpPr>
        <p:spPr>
          <a:xfrm>
            <a:off x="5436642" y="4553144"/>
            <a:ext cx="654900" cy="903600"/>
          </a:xfrm>
          <a:prstGeom prst="straightConnector1">
            <a:avLst/>
          </a:prstGeom>
          <a:noFill/>
          <a:ln cap="flat" cmpd="sng" w="9525">
            <a:solidFill>
              <a:srgbClr val="13B5E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61"/>
          <p:cNvCxnSpPr/>
          <p:nvPr/>
        </p:nvCxnSpPr>
        <p:spPr>
          <a:xfrm flipH="1" rot="10800000">
            <a:off x="1304950" y="-197250"/>
            <a:ext cx="891900" cy="1427100"/>
          </a:xfrm>
          <a:prstGeom prst="straightConnector1">
            <a:avLst/>
          </a:prstGeom>
          <a:noFill/>
          <a:ln cap="flat" cmpd="sng" w="9525">
            <a:solidFill>
              <a:srgbClr val="13B5E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61"/>
          <p:cNvCxnSpPr>
            <a:stCxn id="323" idx="7"/>
          </p:cNvCxnSpPr>
          <p:nvPr/>
        </p:nvCxnSpPr>
        <p:spPr>
          <a:xfrm flipH="1">
            <a:off x="1229692" y="4429127"/>
            <a:ext cx="813900" cy="1044000"/>
          </a:xfrm>
          <a:prstGeom prst="straightConnector1">
            <a:avLst/>
          </a:prstGeom>
          <a:noFill/>
          <a:ln cap="flat" cmpd="sng" w="9525">
            <a:solidFill>
              <a:srgbClr val="13B5EA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slide 1">
  <p:cSld name="TITLE_AND_BODY_1_1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2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335" name="Google Shape;335;p62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62"/>
          <p:cNvSpPr txBox="1"/>
          <p:nvPr>
            <p:ph idx="2" type="subTitle"/>
          </p:nvPr>
        </p:nvSpPr>
        <p:spPr>
          <a:xfrm>
            <a:off x="290273" y="1028175"/>
            <a:ext cx="85509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37" name="Google Shape;337;p62"/>
          <p:cNvSpPr txBox="1"/>
          <p:nvPr>
            <p:ph idx="3" type="subTitle"/>
          </p:nvPr>
        </p:nvSpPr>
        <p:spPr>
          <a:xfrm>
            <a:off x="295975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38" name="Google Shape;338;p62"/>
          <p:cNvSpPr txBox="1"/>
          <p:nvPr>
            <p:ph idx="4" type="subTitle"/>
          </p:nvPr>
        </p:nvSpPr>
        <p:spPr>
          <a:xfrm>
            <a:off x="2494350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39" name="Google Shape;339;p62"/>
          <p:cNvSpPr txBox="1"/>
          <p:nvPr>
            <p:ph idx="5" type="subTitle"/>
          </p:nvPr>
        </p:nvSpPr>
        <p:spPr>
          <a:xfrm>
            <a:off x="4692725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40" name="Google Shape;340;p62"/>
          <p:cNvSpPr txBox="1"/>
          <p:nvPr>
            <p:ph idx="6" type="subTitle"/>
          </p:nvPr>
        </p:nvSpPr>
        <p:spPr>
          <a:xfrm>
            <a:off x="6891100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41" name="Google Shape;341;p62"/>
          <p:cNvSpPr txBox="1"/>
          <p:nvPr>
            <p:ph idx="7" type="subTitle"/>
          </p:nvPr>
        </p:nvSpPr>
        <p:spPr>
          <a:xfrm>
            <a:off x="295975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42" name="Google Shape;342;p62"/>
          <p:cNvSpPr txBox="1"/>
          <p:nvPr>
            <p:ph idx="8" type="subTitle"/>
          </p:nvPr>
        </p:nvSpPr>
        <p:spPr>
          <a:xfrm>
            <a:off x="2494350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43" name="Google Shape;343;p62"/>
          <p:cNvSpPr txBox="1"/>
          <p:nvPr>
            <p:ph idx="9" type="subTitle"/>
          </p:nvPr>
        </p:nvSpPr>
        <p:spPr>
          <a:xfrm>
            <a:off x="4692725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44" name="Google Shape;344;p62"/>
          <p:cNvSpPr txBox="1"/>
          <p:nvPr>
            <p:ph idx="13" type="subTitle"/>
          </p:nvPr>
        </p:nvSpPr>
        <p:spPr>
          <a:xfrm>
            <a:off x="6891100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slide 1 1">
  <p:cSld name="TITLE_AND_BODY_1_1_1_2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347" name="Google Shape;347;p63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63"/>
          <p:cNvSpPr txBox="1"/>
          <p:nvPr>
            <p:ph idx="2" type="subTitle"/>
          </p:nvPr>
        </p:nvSpPr>
        <p:spPr>
          <a:xfrm>
            <a:off x="290273" y="1028175"/>
            <a:ext cx="85509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49" name="Google Shape;349;p63"/>
          <p:cNvSpPr txBox="1"/>
          <p:nvPr>
            <p:ph idx="3" type="subTitle"/>
          </p:nvPr>
        </p:nvSpPr>
        <p:spPr>
          <a:xfrm>
            <a:off x="295975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50" name="Google Shape;350;p63"/>
          <p:cNvSpPr txBox="1"/>
          <p:nvPr>
            <p:ph idx="4" type="subTitle"/>
          </p:nvPr>
        </p:nvSpPr>
        <p:spPr>
          <a:xfrm>
            <a:off x="2494350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51" name="Google Shape;351;p63"/>
          <p:cNvSpPr txBox="1"/>
          <p:nvPr>
            <p:ph idx="5" type="subTitle"/>
          </p:nvPr>
        </p:nvSpPr>
        <p:spPr>
          <a:xfrm>
            <a:off x="4692725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52" name="Google Shape;352;p63"/>
          <p:cNvSpPr txBox="1"/>
          <p:nvPr>
            <p:ph idx="6" type="subTitle"/>
          </p:nvPr>
        </p:nvSpPr>
        <p:spPr>
          <a:xfrm>
            <a:off x="6891100" y="1786675"/>
            <a:ext cx="1563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53" name="Google Shape;353;p63"/>
          <p:cNvSpPr txBox="1"/>
          <p:nvPr>
            <p:ph idx="7" type="subTitle"/>
          </p:nvPr>
        </p:nvSpPr>
        <p:spPr>
          <a:xfrm>
            <a:off x="295975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54" name="Google Shape;354;p63"/>
          <p:cNvSpPr txBox="1"/>
          <p:nvPr>
            <p:ph idx="8" type="subTitle"/>
          </p:nvPr>
        </p:nvSpPr>
        <p:spPr>
          <a:xfrm>
            <a:off x="2494350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55" name="Google Shape;355;p63"/>
          <p:cNvSpPr txBox="1"/>
          <p:nvPr>
            <p:ph idx="9" type="subTitle"/>
          </p:nvPr>
        </p:nvSpPr>
        <p:spPr>
          <a:xfrm>
            <a:off x="4692725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56" name="Google Shape;356;p63"/>
          <p:cNvSpPr txBox="1"/>
          <p:nvPr>
            <p:ph idx="13" type="subTitle"/>
          </p:nvPr>
        </p:nvSpPr>
        <p:spPr>
          <a:xfrm>
            <a:off x="6891100" y="2244450"/>
            <a:ext cx="15636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pic>
        <p:nvPicPr>
          <p:cNvPr id="357" name="Google Shape;357;p63"/>
          <p:cNvPicPr preferRelativeResize="0"/>
          <p:nvPr/>
        </p:nvPicPr>
        <p:blipFill rotWithShape="1">
          <a:blip r:embed="rId2">
            <a:alphaModFix/>
          </a:blip>
          <a:srcRect b="90" l="0" r="0" t="80"/>
          <a:stretch/>
        </p:blipFill>
        <p:spPr>
          <a:xfrm>
            <a:off x="384449" y="4533000"/>
            <a:ext cx="276963" cy="27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3">
  <p:cSld name="TITLE_AND_BODY_1_1_1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4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360" name="Google Shape;360;p64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64"/>
          <p:cNvSpPr txBox="1"/>
          <p:nvPr>
            <p:ph idx="2" type="subTitle"/>
          </p:nvPr>
        </p:nvSpPr>
        <p:spPr>
          <a:xfrm>
            <a:off x="290273" y="1028175"/>
            <a:ext cx="85509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62" name="Google Shape;362;p64"/>
          <p:cNvSpPr txBox="1"/>
          <p:nvPr>
            <p:ph idx="3" type="subTitle"/>
          </p:nvPr>
        </p:nvSpPr>
        <p:spPr>
          <a:xfrm>
            <a:off x="295975" y="1786675"/>
            <a:ext cx="4468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63" name="Google Shape;363;p64"/>
          <p:cNvSpPr txBox="1"/>
          <p:nvPr>
            <p:ph idx="4" type="subTitle"/>
          </p:nvPr>
        </p:nvSpPr>
        <p:spPr>
          <a:xfrm>
            <a:off x="295975" y="2244450"/>
            <a:ext cx="44685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/table slide 1">
  <p:cSld name="TITLE_AND_BODY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5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366" name="Google Shape;366;p65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65"/>
          <p:cNvSpPr txBox="1"/>
          <p:nvPr>
            <p:ph idx="2" type="subTitle"/>
          </p:nvPr>
        </p:nvSpPr>
        <p:spPr>
          <a:xfrm>
            <a:off x="295975" y="3717475"/>
            <a:ext cx="1043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68" name="Google Shape;368;p65"/>
          <p:cNvSpPr txBox="1"/>
          <p:nvPr>
            <p:ph idx="3" type="subTitle"/>
          </p:nvPr>
        </p:nvSpPr>
        <p:spPr>
          <a:xfrm>
            <a:off x="1453350" y="3717475"/>
            <a:ext cx="1043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69" name="Google Shape;369;p65"/>
          <p:cNvSpPr txBox="1"/>
          <p:nvPr>
            <p:ph idx="4" type="subTitle"/>
          </p:nvPr>
        </p:nvSpPr>
        <p:spPr>
          <a:xfrm>
            <a:off x="290273" y="1028175"/>
            <a:ext cx="5210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2" name="Google Shape;372;p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3" name="Google Shape;37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n text 1">
  <p:cSld name="CUSTOM_1_2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7"/>
          <p:cNvSpPr txBox="1"/>
          <p:nvPr>
            <p:ph type="title"/>
          </p:nvPr>
        </p:nvSpPr>
        <p:spPr>
          <a:xfrm>
            <a:off x="674800" y="224000"/>
            <a:ext cx="7870200" cy="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rgbClr val="32465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32465A"/>
                </a:solidFill>
              </a:defRPr>
            </a:lvl9pPr>
          </a:lstStyle>
          <a:p/>
        </p:txBody>
      </p:sp>
      <p:sp>
        <p:nvSpPr>
          <p:cNvPr id="376" name="Google Shape;376;p67"/>
          <p:cNvSpPr txBox="1"/>
          <p:nvPr>
            <p:ph idx="1" type="body"/>
          </p:nvPr>
        </p:nvSpPr>
        <p:spPr>
          <a:xfrm>
            <a:off x="674800" y="1372350"/>
            <a:ext cx="6627900" cy="3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800"/>
              <a:buChar char="●"/>
              <a:defRPr>
                <a:solidFill>
                  <a:srgbClr val="32465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○"/>
              <a:defRPr>
                <a:solidFill>
                  <a:srgbClr val="32465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■"/>
              <a:defRPr>
                <a:solidFill>
                  <a:srgbClr val="32465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●"/>
              <a:defRPr>
                <a:solidFill>
                  <a:srgbClr val="32465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○"/>
              <a:defRPr>
                <a:solidFill>
                  <a:srgbClr val="32465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■"/>
              <a:defRPr>
                <a:solidFill>
                  <a:srgbClr val="32465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●"/>
              <a:defRPr>
                <a:solidFill>
                  <a:srgbClr val="32465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○"/>
              <a:defRPr>
                <a:solidFill>
                  <a:srgbClr val="32465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32465A"/>
              </a:buClr>
              <a:buSzPts val="1400"/>
              <a:buChar char="■"/>
              <a:defRPr>
                <a:solidFill>
                  <a:srgbClr val="32465A"/>
                </a:solidFill>
              </a:defRPr>
            </a:lvl9pPr>
          </a:lstStyle>
          <a:p/>
        </p:txBody>
      </p:sp>
      <p:sp>
        <p:nvSpPr>
          <p:cNvPr id="377" name="Google Shape;37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b="1" sz="1000">
                <a:solidFill>
                  <a:srgbClr val="31465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 title + Copy">
  <p:cSld name="Header + Sub title + Copy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8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b="0" i="0" sz="4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80" name="Google Shape;380;p68"/>
          <p:cNvSpPr txBox="1"/>
          <p:nvPr>
            <p:ph idx="1" type="subTitle"/>
          </p:nvPr>
        </p:nvSpPr>
        <p:spPr>
          <a:xfrm>
            <a:off x="354675" y="992000"/>
            <a:ext cx="83322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i="0" sz="1500" u="none" cap="none" strike="noStrike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81" name="Google Shape;381;p68"/>
          <p:cNvSpPr txBox="1"/>
          <p:nvPr>
            <p:ph idx="2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i="0" sz="10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68"/>
          <p:cNvSpPr txBox="1"/>
          <p:nvPr>
            <p:ph idx="3" type="body"/>
          </p:nvPr>
        </p:nvSpPr>
        <p:spPr>
          <a:xfrm>
            <a:off x="363025" y="1377150"/>
            <a:ext cx="8330700" cy="3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 b="0" i="0" sz="1400" u="none" cap="none" strike="noStrike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 title + Copy 1">
  <p:cSld name="CUSTOM_9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9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85" name="Google Shape;385;p69"/>
          <p:cNvSpPr txBox="1"/>
          <p:nvPr>
            <p:ph idx="1" type="subTitle"/>
          </p:nvPr>
        </p:nvSpPr>
        <p:spPr>
          <a:xfrm>
            <a:off x="354675" y="992000"/>
            <a:ext cx="83322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86" name="Google Shape;386;p69"/>
          <p:cNvSpPr txBox="1"/>
          <p:nvPr>
            <p:ph idx="2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sz="1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69"/>
          <p:cNvSpPr txBox="1"/>
          <p:nvPr>
            <p:ph idx="3" type="body"/>
          </p:nvPr>
        </p:nvSpPr>
        <p:spPr>
          <a:xfrm>
            <a:off x="363025" y="1377150"/>
            <a:ext cx="8330700" cy="31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3 2">
  <p:cSld name="TITLE_AND_BODY_1_1_1_1_2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0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390" name="Google Shape;390;p70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70"/>
          <p:cNvSpPr txBox="1"/>
          <p:nvPr>
            <p:ph idx="2" type="subTitle"/>
          </p:nvPr>
        </p:nvSpPr>
        <p:spPr>
          <a:xfrm>
            <a:off x="290273" y="1028175"/>
            <a:ext cx="85509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92" name="Google Shape;392;p70"/>
          <p:cNvSpPr txBox="1"/>
          <p:nvPr>
            <p:ph idx="3" type="subTitle"/>
          </p:nvPr>
        </p:nvSpPr>
        <p:spPr>
          <a:xfrm>
            <a:off x="295975" y="1786675"/>
            <a:ext cx="4468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93" name="Google Shape;393;p70"/>
          <p:cNvSpPr txBox="1"/>
          <p:nvPr>
            <p:ph idx="4" type="subTitle"/>
          </p:nvPr>
        </p:nvSpPr>
        <p:spPr>
          <a:xfrm>
            <a:off x="295975" y="2244450"/>
            <a:ext cx="4468500" cy="10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Section head 1">
  <p:cSld name="TITLE_AND_BODY_1_1_1_1_1_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1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pic>
        <p:nvPicPr>
          <p:cNvPr id="396" name="Google Shape;396;p71"/>
          <p:cNvPicPr preferRelativeResize="0"/>
          <p:nvPr/>
        </p:nvPicPr>
        <p:blipFill rotWithShape="1">
          <a:blip r:embed="rId2">
            <a:alphaModFix/>
          </a:blip>
          <a:srcRect b="90" l="0" r="0" t="80"/>
          <a:stretch/>
        </p:blipFill>
        <p:spPr>
          <a:xfrm>
            <a:off x="384449" y="4533000"/>
            <a:ext cx="276963" cy="27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 showMasterSp="0">
  <p:cSld name="TITLE_AND_BODY_1_3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72"/>
          <p:cNvPicPr preferRelativeResize="0"/>
          <p:nvPr/>
        </p:nvPicPr>
        <p:blipFill rotWithShape="1">
          <a:blip r:embed="rId2">
            <a:alphaModFix/>
          </a:blip>
          <a:srcRect b="34055" l="2652" r="3310" t="4794"/>
          <a:stretch/>
        </p:blipFill>
        <p:spPr>
          <a:xfrm>
            <a:off x="5087690" y="0"/>
            <a:ext cx="4084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72"/>
          <p:cNvSpPr txBox="1"/>
          <p:nvPr>
            <p:ph idx="12" type="sldNum"/>
          </p:nvPr>
        </p:nvSpPr>
        <p:spPr>
          <a:xfrm>
            <a:off x="4523594" y="2730943"/>
            <a:ext cx="969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75" lIns="1975" spcFirstLastPara="1" rIns="1975" wrap="square" tIns="1975">
            <a:normAutofit lnSpcReduction="10000"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bin"/>
              <a:buNone/>
              <a:defRPr b="0" i="0" sz="7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3 Boxes">
  <p:cSld name="CUSTOM_9_1_2_1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3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02" name="Google Shape;402;p73"/>
          <p:cNvSpPr txBox="1"/>
          <p:nvPr>
            <p:ph idx="1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sz="1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73"/>
          <p:cNvSpPr/>
          <p:nvPr/>
        </p:nvSpPr>
        <p:spPr>
          <a:xfrm>
            <a:off x="3037400" y="1471150"/>
            <a:ext cx="2646000" cy="2864700"/>
          </a:xfrm>
          <a:prstGeom prst="rect">
            <a:avLst/>
          </a:prstGeom>
          <a:solidFill>
            <a:srgbClr val="EFFA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3"/>
          <p:cNvSpPr/>
          <p:nvPr/>
        </p:nvSpPr>
        <p:spPr>
          <a:xfrm>
            <a:off x="5883750" y="1471150"/>
            <a:ext cx="2646000" cy="2864700"/>
          </a:xfrm>
          <a:prstGeom prst="rect">
            <a:avLst/>
          </a:prstGeom>
          <a:solidFill>
            <a:srgbClr val="EFFA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3"/>
          <p:cNvSpPr/>
          <p:nvPr/>
        </p:nvSpPr>
        <p:spPr>
          <a:xfrm>
            <a:off x="215725" y="1471150"/>
            <a:ext cx="2646000" cy="2864700"/>
          </a:xfrm>
          <a:prstGeom prst="rect">
            <a:avLst/>
          </a:prstGeom>
          <a:solidFill>
            <a:srgbClr val="EFFA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73"/>
          <p:cNvSpPr txBox="1"/>
          <p:nvPr>
            <p:ph idx="2" type="subTitle"/>
          </p:nvPr>
        </p:nvSpPr>
        <p:spPr>
          <a:xfrm>
            <a:off x="359804" y="1569025"/>
            <a:ext cx="25020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07" name="Google Shape;407;p73"/>
          <p:cNvSpPr txBox="1"/>
          <p:nvPr>
            <p:ph idx="3" type="body"/>
          </p:nvPr>
        </p:nvSpPr>
        <p:spPr>
          <a:xfrm>
            <a:off x="354700" y="1856500"/>
            <a:ext cx="25020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08" name="Google Shape;408;p73"/>
          <p:cNvSpPr txBox="1"/>
          <p:nvPr>
            <p:ph idx="4" type="subTitle"/>
          </p:nvPr>
        </p:nvSpPr>
        <p:spPr>
          <a:xfrm>
            <a:off x="3174475" y="1569025"/>
            <a:ext cx="25020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09" name="Google Shape;409;p73"/>
          <p:cNvSpPr txBox="1"/>
          <p:nvPr>
            <p:ph idx="5" type="subTitle"/>
          </p:nvPr>
        </p:nvSpPr>
        <p:spPr>
          <a:xfrm>
            <a:off x="5997900" y="1576875"/>
            <a:ext cx="25020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10" name="Google Shape;410;p73"/>
          <p:cNvSpPr txBox="1"/>
          <p:nvPr>
            <p:ph idx="6" type="body"/>
          </p:nvPr>
        </p:nvSpPr>
        <p:spPr>
          <a:xfrm>
            <a:off x="3173212" y="1862077"/>
            <a:ext cx="25020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11" name="Google Shape;411;p73"/>
          <p:cNvSpPr txBox="1"/>
          <p:nvPr>
            <p:ph idx="7" type="body"/>
          </p:nvPr>
        </p:nvSpPr>
        <p:spPr>
          <a:xfrm>
            <a:off x="6002837" y="1856497"/>
            <a:ext cx="2502000" cy="24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(1)">
  <p:cSld name="CUSTOM_5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33" y="92443"/>
            <a:ext cx="1300951" cy="13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74"/>
          <p:cNvSpPr txBox="1"/>
          <p:nvPr>
            <p:ph type="title"/>
          </p:nvPr>
        </p:nvSpPr>
        <p:spPr>
          <a:xfrm>
            <a:off x="329750" y="1825525"/>
            <a:ext cx="8357100" cy="15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Source Sans Pro"/>
              <a:buNone/>
              <a:defRPr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16" name="Google Shape;416;p74"/>
          <p:cNvSpPr txBox="1"/>
          <p:nvPr>
            <p:ph idx="1" type="subTitle"/>
          </p:nvPr>
        </p:nvSpPr>
        <p:spPr>
          <a:xfrm>
            <a:off x="354712" y="1598800"/>
            <a:ext cx="8332200" cy="2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Sans Pro"/>
              <a:buNone/>
              <a:defRPr sz="1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17" name="Google Shape;417;p74"/>
          <p:cNvSpPr txBox="1"/>
          <p:nvPr>
            <p:ph idx="2" type="subTitle"/>
          </p:nvPr>
        </p:nvSpPr>
        <p:spPr>
          <a:xfrm>
            <a:off x="364375" y="3548150"/>
            <a:ext cx="8322300" cy="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2000"/>
              <a:buFont typeface="Source Sans Pro"/>
              <a:buNone/>
              <a:defRPr b="1" sz="2000">
                <a:solidFill>
                  <a:srgbClr val="0078C8"/>
                </a:solidFill>
                <a:highlight>
                  <a:schemeClr val="lt1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8C8"/>
              </a:buClr>
              <a:buSzPts val="1400"/>
              <a:buNone/>
              <a:defRPr>
                <a:solidFill>
                  <a:srgbClr val="0078C8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94">
          <p15:clr>
            <a:srgbClr val="FA7B17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(2)">
  <p:cSld name="CUSTOM_8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5"/>
          <p:cNvSpPr/>
          <p:nvPr/>
        </p:nvSpPr>
        <p:spPr>
          <a:xfrm>
            <a:off x="4928625" y="0"/>
            <a:ext cx="4215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0" name="Google Shape;420;p75"/>
          <p:cNvPicPr preferRelativeResize="0"/>
          <p:nvPr/>
        </p:nvPicPr>
        <p:blipFill rotWithShape="1">
          <a:blip r:embed="rId2">
            <a:alphaModFix amt="34000"/>
          </a:blip>
          <a:srcRect b="0" l="40706" r="0" t="0"/>
          <a:stretch/>
        </p:blipFill>
        <p:spPr>
          <a:xfrm>
            <a:off x="3710009" y="0"/>
            <a:ext cx="54217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33" y="92443"/>
            <a:ext cx="1300951" cy="13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75"/>
          <p:cNvSpPr txBox="1"/>
          <p:nvPr>
            <p:ph type="title"/>
          </p:nvPr>
        </p:nvSpPr>
        <p:spPr>
          <a:xfrm>
            <a:off x="349125" y="1971511"/>
            <a:ext cx="4579500" cy="10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(2) 1">
  <p:cSld name="CUSTOM_8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6"/>
          <p:cNvSpPr/>
          <p:nvPr/>
        </p:nvSpPr>
        <p:spPr>
          <a:xfrm>
            <a:off x="4928625" y="0"/>
            <a:ext cx="4215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5" name="Google Shape;425;p76"/>
          <p:cNvPicPr preferRelativeResize="0"/>
          <p:nvPr/>
        </p:nvPicPr>
        <p:blipFill rotWithShape="1">
          <a:blip r:embed="rId2">
            <a:alphaModFix amt="34000"/>
          </a:blip>
          <a:srcRect b="0" l="40706" r="0" t="0"/>
          <a:stretch/>
        </p:blipFill>
        <p:spPr>
          <a:xfrm>
            <a:off x="3710009" y="0"/>
            <a:ext cx="54217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33" y="92443"/>
            <a:ext cx="1300951" cy="13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76"/>
          <p:cNvSpPr txBox="1"/>
          <p:nvPr>
            <p:ph type="title"/>
          </p:nvPr>
        </p:nvSpPr>
        <p:spPr>
          <a:xfrm>
            <a:off x="349125" y="1971511"/>
            <a:ext cx="4579500" cy="10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Source Sans Pro"/>
              <a:buNone/>
              <a:defRPr sz="4500">
                <a:solidFill>
                  <a:schemeClr val="lt1"/>
                </a:solidFill>
                <a:highlight>
                  <a:srgbClr val="0078C8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7"/>
          <p:cNvSpPr txBox="1"/>
          <p:nvPr>
            <p:ph idx="12" type="sldNum"/>
          </p:nvPr>
        </p:nvSpPr>
        <p:spPr>
          <a:xfrm>
            <a:off x="4572000" y="2730943"/>
            <a:ext cx="951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75" lIns="1975" spcFirstLastPara="1" rIns="1975" wrap="square" tIns="1975">
            <a:normAutofit/>
          </a:bodyPr>
          <a:lstStyle>
            <a:lvl1pPr indent="0" lvl="0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Section head">
  <p:cSld name="TITLE_AND_BODY_1_1_1_1_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8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 1">
  <p:cSld name="SECTION_HEADER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9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34" name="Google Shape;434;p79"/>
          <p:cNvSpPr txBox="1"/>
          <p:nvPr>
            <p:ph idx="1" type="subTitle"/>
          </p:nvPr>
        </p:nvSpPr>
        <p:spPr>
          <a:xfrm>
            <a:off x="295975" y="269675"/>
            <a:ext cx="23136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435" name="Google Shape;435;p79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79"/>
          <p:cNvCxnSpPr/>
          <p:nvPr/>
        </p:nvCxnSpPr>
        <p:spPr>
          <a:xfrm>
            <a:off x="287920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79"/>
          <p:cNvSpPr txBox="1"/>
          <p:nvPr>
            <p:ph idx="2" type="subTitle"/>
          </p:nvPr>
        </p:nvSpPr>
        <p:spPr>
          <a:xfrm>
            <a:off x="2790725" y="1028175"/>
            <a:ext cx="52344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38" name="Google Shape;438;p79"/>
          <p:cNvSpPr txBox="1"/>
          <p:nvPr>
            <p:ph idx="3" type="subTitle"/>
          </p:nvPr>
        </p:nvSpPr>
        <p:spPr>
          <a:xfrm>
            <a:off x="2790725" y="1835175"/>
            <a:ext cx="52344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39" name="Google Shape;439;p79"/>
          <p:cNvSpPr txBox="1"/>
          <p:nvPr>
            <p:ph idx="4" type="subTitle"/>
          </p:nvPr>
        </p:nvSpPr>
        <p:spPr>
          <a:xfrm>
            <a:off x="2790725" y="2179850"/>
            <a:ext cx="5234400" cy="20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40" name="Google Shape;440;p79"/>
          <p:cNvSpPr txBox="1"/>
          <p:nvPr>
            <p:ph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41" name="Google Shape;441;p79"/>
          <p:cNvSpPr txBox="1"/>
          <p:nvPr>
            <p:ph idx="5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42" name="Google Shape;442;p79"/>
          <p:cNvSpPr txBox="1"/>
          <p:nvPr>
            <p:ph idx="6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pic>
        <p:nvPicPr>
          <p:cNvPr id="443" name="Google Shape;443;p79"/>
          <p:cNvPicPr preferRelativeResize="0"/>
          <p:nvPr/>
        </p:nvPicPr>
        <p:blipFill rotWithShape="1">
          <a:blip r:embed="rId2">
            <a:alphaModFix/>
          </a:blip>
          <a:srcRect b="90" l="0" r="0" t="80"/>
          <a:stretch/>
        </p:blipFill>
        <p:spPr>
          <a:xfrm>
            <a:off x="384449" y="4533000"/>
            <a:ext cx="276963" cy="27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title 1">
  <p:cSld name="SECTION_HEADER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0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46" name="Google Shape;446;p80"/>
          <p:cNvSpPr txBox="1"/>
          <p:nvPr>
            <p:ph idx="1" type="subTitle"/>
          </p:nvPr>
        </p:nvSpPr>
        <p:spPr>
          <a:xfrm>
            <a:off x="295975" y="269675"/>
            <a:ext cx="23136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447" name="Google Shape;447;p80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80"/>
          <p:cNvSpPr txBox="1"/>
          <p:nvPr>
            <p:ph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49" name="Google Shape;449;p80"/>
          <p:cNvSpPr txBox="1"/>
          <p:nvPr>
            <p:ph idx="2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50" name="Google Shape;450;p80"/>
          <p:cNvSpPr txBox="1"/>
          <p:nvPr>
            <p:ph idx="3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51" name="Google Shape;451;p80" title="This document is classified Internal (Non personal)"/>
          <p:cNvSpPr/>
          <p:nvPr/>
        </p:nvSpPr>
        <p:spPr>
          <a:xfrm>
            <a:off x="130602" y="4786875"/>
            <a:ext cx="822900" cy="222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3B5E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3B5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Internal(np)</a:t>
            </a:r>
            <a:endParaRPr sz="8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title 1 1">
  <p:cSld name="SECTION_HEADER_2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1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4" name="Google Shape;454;p81"/>
          <p:cNvSpPr txBox="1"/>
          <p:nvPr>
            <p:ph idx="1" type="subTitle"/>
          </p:nvPr>
        </p:nvSpPr>
        <p:spPr>
          <a:xfrm>
            <a:off x="295975" y="269675"/>
            <a:ext cx="23136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455" name="Google Shape;455;p81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81"/>
          <p:cNvSpPr txBox="1"/>
          <p:nvPr>
            <p:ph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57" name="Google Shape;457;p81"/>
          <p:cNvSpPr txBox="1"/>
          <p:nvPr>
            <p:ph idx="2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58" name="Google Shape;458;p81"/>
          <p:cNvSpPr txBox="1"/>
          <p:nvPr>
            <p:ph idx="3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59" name="Google Shape;459;p81" title="This document is classified Internal (Non personal)"/>
          <p:cNvSpPr/>
          <p:nvPr/>
        </p:nvSpPr>
        <p:spPr>
          <a:xfrm>
            <a:off x="130602" y="4786875"/>
            <a:ext cx="822900" cy="222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3B5E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3B5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Internal(np)</a:t>
            </a:r>
            <a:endParaRPr sz="8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Body">
  <p:cSld name="CUSTOM_9_1_1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2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62" name="Google Shape;462;p82"/>
          <p:cNvSpPr txBox="1"/>
          <p:nvPr>
            <p:ph idx="1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sz="1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82"/>
          <p:cNvSpPr txBox="1"/>
          <p:nvPr>
            <p:ph idx="2" type="body"/>
          </p:nvPr>
        </p:nvSpPr>
        <p:spPr>
          <a:xfrm>
            <a:off x="365750" y="990600"/>
            <a:ext cx="8330700" cy="3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oint slide 2">
  <p:cSld name="TITLE_AND_BODY_1_2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3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66" name="Google Shape;466;p83"/>
          <p:cNvSpPr txBox="1"/>
          <p:nvPr>
            <p:ph type="title"/>
          </p:nvPr>
        </p:nvSpPr>
        <p:spPr>
          <a:xfrm>
            <a:off x="463950" y="1028175"/>
            <a:ext cx="82161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4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7" name="Google Shape;467;p83"/>
          <p:cNvSpPr txBox="1"/>
          <p:nvPr>
            <p:ph idx="2" type="subTitle"/>
          </p:nvPr>
        </p:nvSpPr>
        <p:spPr>
          <a:xfrm>
            <a:off x="1966650" y="2566375"/>
            <a:ext cx="5210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i="1" sz="2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2pPr>
            <a:lvl3pPr lvl="2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3pPr>
            <a:lvl4pPr lvl="3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4pPr>
            <a:lvl5pPr lvl="4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5pPr>
            <a:lvl6pPr lvl="5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6pPr>
            <a:lvl7pPr lvl="6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7pPr>
            <a:lvl8pPr lvl="7" algn="ctr">
              <a:spcBef>
                <a:spcPts val="1200"/>
              </a:spcBef>
              <a:spcAft>
                <a:spcPts val="0"/>
              </a:spcAft>
              <a:buNone/>
              <a:defRPr b="1" i="1">
                <a:solidFill>
                  <a:schemeClr val="lt1"/>
                </a:solidFill>
              </a:defRPr>
            </a:lvl8pPr>
            <a:lvl9pPr lvl="8" algn="ctr">
              <a:spcBef>
                <a:spcPts val="1200"/>
              </a:spcBef>
              <a:spcAft>
                <a:spcPts val="1200"/>
              </a:spcAft>
              <a:buNone/>
              <a:defRPr b="1" i="1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8" name="Google Shape;468;p83"/>
          <p:cNvPicPr preferRelativeResize="0"/>
          <p:nvPr/>
        </p:nvPicPr>
        <p:blipFill rotWithShape="1">
          <a:blip r:embed="rId2">
            <a:alphaModFix/>
          </a:blip>
          <a:srcRect b="90" l="0" r="0" t="80"/>
          <a:stretch/>
        </p:blipFill>
        <p:spPr>
          <a:xfrm>
            <a:off x="384449" y="4533000"/>
            <a:ext cx="276963" cy="27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Section head 3">
  <p:cSld name="TITLE_AND_BODY_1_1_1_1_1_6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4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9">
          <p15:clr>
            <a:srgbClr val="FA7B17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erocon Dark 2">
  <p:cSld name="Xerocon Dark 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5"/>
          <p:cNvSpPr txBox="1"/>
          <p:nvPr>
            <p:ph idx="12" type="sldNum"/>
          </p:nvPr>
        </p:nvSpPr>
        <p:spPr>
          <a:xfrm>
            <a:off x="4531001" y="2613541"/>
            <a:ext cx="819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 lnSpcReduction="10000"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 title">
  <p:cSld name="CUSTOM_9_2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6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75" name="Google Shape;475;p86"/>
          <p:cNvSpPr txBox="1"/>
          <p:nvPr>
            <p:ph idx="1" type="subTitle"/>
          </p:nvPr>
        </p:nvSpPr>
        <p:spPr>
          <a:xfrm>
            <a:off x="354675" y="992000"/>
            <a:ext cx="83322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76" name="Google Shape;476;p86"/>
          <p:cNvSpPr txBox="1"/>
          <p:nvPr>
            <p:ph idx="2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sz="1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erocon Dark 2 1">
  <p:cSld name="Xerocon Dark 2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8"/>
          <p:cNvSpPr txBox="1"/>
          <p:nvPr>
            <p:ph idx="12" type="sldNum"/>
          </p:nvPr>
        </p:nvSpPr>
        <p:spPr>
          <a:xfrm>
            <a:off x="4531001" y="2613541"/>
            <a:ext cx="819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 lnSpcReduction="10000"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Gill Sans"/>
              <a:buNone/>
              <a:defRPr sz="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3">
  <p:cSld name="BLANK_3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/Glossary Page">
  <p:cSld name="CUSTOM_4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90"/>
          <p:cNvPicPr preferRelativeResize="0"/>
          <p:nvPr/>
        </p:nvPicPr>
        <p:blipFill rotWithShape="1">
          <a:blip r:embed="rId2">
            <a:alphaModFix amt="34000"/>
          </a:blip>
          <a:srcRect b="0" l="40706" r="0" t="0"/>
          <a:stretch/>
        </p:blipFill>
        <p:spPr>
          <a:xfrm>
            <a:off x="3710009" y="0"/>
            <a:ext cx="542179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90"/>
          <p:cNvSpPr txBox="1"/>
          <p:nvPr>
            <p:ph type="title"/>
          </p:nvPr>
        </p:nvSpPr>
        <p:spPr>
          <a:xfrm>
            <a:off x="340600" y="361275"/>
            <a:ext cx="8346300" cy="5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90"/>
          <p:cNvSpPr txBox="1"/>
          <p:nvPr>
            <p:ph idx="1" type="subTitle"/>
          </p:nvPr>
        </p:nvSpPr>
        <p:spPr>
          <a:xfrm>
            <a:off x="367175" y="1072900"/>
            <a:ext cx="2915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500"/>
              <a:buFont typeface="Source Sans Pro"/>
              <a:buNone/>
              <a:defRPr b="1" sz="1500">
                <a:solidFill>
                  <a:srgbClr val="1E323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87" name="Google Shape;487;p90"/>
          <p:cNvSpPr txBox="1"/>
          <p:nvPr>
            <p:ph idx="2" type="subTitle"/>
          </p:nvPr>
        </p:nvSpPr>
        <p:spPr>
          <a:xfrm>
            <a:off x="3902826" y="1081000"/>
            <a:ext cx="2915400" cy="3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88" name="Google Shape;488;p90"/>
          <p:cNvSpPr txBox="1"/>
          <p:nvPr>
            <p:ph idx="3" type="body"/>
          </p:nvPr>
        </p:nvSpPr>
        <p:spPr>
          <a:xfrm>
            <a:off x="360224" y="1454725"/>
            <a:ext cx="2803800" cy="30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89" name="Google Shape;489;p90"/>
          <p:cNvSpPr txBox="1"/>
          <p:nvPr>
            <p:ph idx="4" type="body"/>
          </p:nvPr>
        </p:nvSpPr>
        <p:spPr>
          <a:xfrm>
            <a:off x="3893950" y="1454650"/>
            <a:ext cx="2803800" cy="30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8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rtner blue 1">
  <p:cSld name="Blank Partner blue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91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s 1">
  <p:cSld name="TITLE_1_3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2"/>
          <p:cNvSpPr txBox="1"/>
          <p:nvPr>
            <p:ph type="title"/>
          </p:nvPr>
        </p:nvSpPr>
        <p:spPr>
          <a:xfrm>
            <a:off x="256300" y="1028175"/>
            <a:ext cx="82161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1" i="0" sz="48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4" name="Google Shape;494;p92"/>
          <p:cNvSpPr txBox="1"/>
          <p:nvPr>
            <p:ph idx="1" type="subTitle"/>
          </p:nvPr>
        </p:nvSpPr>
        <p:spPr>
          <a:xfrm>
            <a:off x="278868" y="2566375"/>
            <a:ext cx="5210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2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5" name="Google Shape;495;p92"/>
          <p:cNvSpPr txBox="1"/>
          <p:nvPr>
            <p:ph idx="2" type="subTitle"/>
          </p:nvPr>
        </p:nvSpPr>
        <p:spPr>
          <a:xfrm>
            <a:off x="284570" y="3785375"/>
            <a:ext cx="5210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96" name="Google Shape;496;p92"/>
          <p:cNvSpPr txBox="1"/>
          <p:nvPr>
            <p:ph idx="3" type="subTitle"/>
          </p:nvPr>
        </p:nvSpPr>
        <p:spPr>
          <a:xfrm>
            <a:off x="295975" y="269675"/>
            <a:ext cx="5210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0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97" name="Google Shape;497;p92"/>
          <p:cNvSpPr txBox="1"/>
          <p:nvPr>
            <p:ph idx="4" type="subTitle"/>
          </p:nvPr>
        </p:nvSpPr>
        <p:spPr>
          <a:xfrm>
            <a:off x="284570" y="4161025"/>
            <a:ext cx="5210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0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400" u="none" cap="none" strike="noStrike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498" name="Google Shape;498;p92"/>
          <p:cNvCxnSpPr/>
          <p:nvPr/>
        </p:nvCxnSpPr>
        <p:spPr>
          <a:xfrm>
            <a:off x="384450" y="927100"/>
            <a:ext cx="1234800" cy="0"/>
          </a:xfrm>
          <a:prstGeom prst="straightConnector1">
            <a:avLst/>
          </a:prstGeom>
          <a:noFill/>
          <a:ln cap="flat" cmpd="sng" w="38100">
            <a:solidFill>
              <a:srgbClr val="46C3E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81">
          <p15:clr>
            <a:srgbClr val="FA7B17"/>
          </p15:clr>
        </p15:guide>
        <p15:guide id="2" orient="horz" pos="187">
          <p15:clr>
            <a:srgbClr val="FA7B17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py 9">
  <p:cSld name="Blank copy 9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3"/>
          <p:cNvSpPr txBox="1"/>
          <p:nvPr>
            <p:ph idx="12" type="sldNum"/>
          </p:nvPr>
        </p:nvSpPr>
        <p:spPr>
          <a:xfrm>
            <a:off x="4483893" y="4879181"/>
            <a:ext cx="17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28575" spcFirstLastPara="1" rIns="28575" wrap="square" tIns="2857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ill Sans"/>
              <a:buNone/>
              <a:defRPr sz="500"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bullets 5">
  <p:cSld name="TITLE_AND_BODY_3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4"/>
          <p:cNvSpPr/>
          <p:nvPr/>
        </p:nvSpPr>
        <p:spPr>
          <a:xfrm>
            <a:off x="600" y="0"/>
            <a:ext cx="9144000" cy="1719000"/>
          </a:xfrm>
          <a:prstGeom prst="rect">
            <a:avLst/>
          </a:prstGeom>
          <a:solidFill>
            <a:srgbClr val="13B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94"/>
          <p:cNvSpPr/>
          <p:nvPr/>
        </p:nvSpPr>
        <p:spPr>
          <a:xfrm>
            <a:off x="600" y="1712250"/>
            <a:ext cx="9144000" cy="1719000"/>
          </a:xfrm>
          <a:prstGeom prst="rect">
            <a:avLst/>
          </a:prstGeom>
          <a:solidFill>
            <a:srgbClr val="0D84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94"/>
          <p:cNvSpPr/>
          <p:nvPr/>
        </p:nvSpPr>
        <p:spPr>
          <a:xfrm>
            <a:off x="600" y="3424500"/>
            <a:ext cx="9144000" cy="1719000"/>
          </a:xfrm>
          <a:prstGeom prst="rect">
            <a:avLst/>
          </a:prstGeom>
          <a:solidFill>
            <a:srgbClr val="1472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94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94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507" name="Google Shape;507;p94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94"/>
          <p:cNvSpPr txBox="1"/>
          <p:nvPr>
            <p:ph type="title"/>
          </p:nvPr>
        </p:nvSpPr>
        <p:spPr>
          <a:xfrm>
            <a:off x="2696525" y="420975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9" name="Google Shape;509;p94"/>
          <p:cNvSpPr txBox="1"/>
          <p:nvPr>
            <p:ph idx="2" type="title"/>
          </p:nvPr>
        </p:nvSpPr>
        <p:spPr>
          <a:xfrm>
            <a:off x="2696525" y="962450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0" name="Google Shape;510;p94"/>
          <p:cNvSpPr txBox="1"/>
          <p:nvPr>
            <p:ph idx="3" type="title"/>
          </p:nvPr>
        </p:nvSpPr>
        <p:spPr>
          <a:xfrm>
            <a:off x="2696525" y="2108975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1" name="Google Shape;511;p94"/>
          <p:cNvSpPr txBox="1"/>
          <p:nvPr>
            <p:ph idx="4" type="title"/>
          </p:nvPr>
        </p:nvSpPr>
        <p:spPr>
          <a:xfrm>
            <a:off x="2696525" y="2650450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2" name="Google Shape;512;p94"/>
          <p:cNvSpPr txBox="1"/>
          <p:nvPr>
            <p:ph idx="5" type="title"/>
          </p:nvPr>
        </p:nvSpPr>
        <p:spPr>
          <a:xfrm>
            <a:off x="2696525" y="3796975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94"/>
          <p:cNvSpPr txBox="1"/>
          <p:nvPr>
            <p:ph idx="6" type="title"/>
          </p:nvPr>
        </p:nvSpPr>
        <p:spPr>
          <a:xfrm>
            <a:off x="2696525" y="4338450"/>
            <a:ext cx="56007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94"/>
          <p:cNvSpPr txBox="1"/>
          <p:nvPr>
            <p:ph idx="7"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515" name="Google Shape;515;p94"/>
          <p:cNvSpPr txBox="1"/>
          <p:nvPr>
            <p:ph idx="8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16" name="Google Shape;516;p94"/>
          <p:cNvSpPr txBox="1"/>
          <p:nvPr>
            <p:ph idx="9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17" name="Google Shape;517;p94"/>
          <p:cNvSpPr/>
          <p:nvPr/>
        </p:nvSpPr>
        <p:spPr>
          <a:xfrm>
            <a:off x="130600" y="4748575"/>
            <a:ext cx="946800" cy="222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3B5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94"/>
          <p:cNvSpPr txBox="1"/>
          <p:nvPr/>
        </p:nvSpPr>
        <p:spPr>
          <a:xfrm>
            <a:off x="153550" y="4798525"/>
            <a:ext cx="90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3B5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Internal(np)</a:t>
            </a:r>
            <a:endParaRPr b="1" sz="800">
              <a:solidFill>
                <a:srgbClr val="13B5E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oint slide 1">
  <p:cSld name="TITLE_AND_BODY_1_2_2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95"/>
          <p:cNvSpPr txBox="1"/>
          <p:nvPr>
            <p:ph idx="1" type="subTitle"/>
          </p:nvPr>
        </p:nvSpPr>
        <p:spPr>
          <a:xfrm>
            <a:off x="295975" y="269675"/>
            <a:ext cx="2465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521" name="Google Shape;521;p95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95"/>
          <p:cNvSpPr txBox="1"/>
          <p:nvPr>
            <p:ph type="title"/>
          </p:nvPr>
        </p:nvSpPr>
        <p:spPr>
          <a:xfrm>
            <a:off x="256300" y="1028175"/>
            <a:ext cx="82161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48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3" name="Google Shape;523;p95"/>
          <p:cNvSpPr txBox="1"/>
          <p:nvPr>
            <p:ph idx="2" type="subTitle"/>
          </p:nvPr>
        </p:nvSpPr>
        <p:spPr>
          <a:xfrm>
            <a:off x="278150" y="2566375"/>
            <a:ext cx="52107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i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 i="1"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 i="1"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 i="1"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 i="1"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 i="1"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 i="1"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 i="1"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 i="1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slide 2">
  <p:cSld name="SECTION_HEADER_2_2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96"/>
          <p:cNvSpPr/>
          <p:nvPr/>
        </p:nvSpPr>
        <p:spPr>
          <a:xfrm>
            <a:off x="0" y="-2250"/>
            <a:ext cx="2552400" cy="5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6" name="Google Shape;526;p96"/>
          <p:cNvSpPr txBox="1"/>
          <p:nvPr>
            <p:ph idx="1" type="subTitle"/>
          </p:nvPr>
        </p:nvSpPr>
        <p:spPr>
          <a:xfrm>
            <a:off x="295975" y="269675"/>
            <a:ext cx="23136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527" name="Google Shape;527;p96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96"/>
          <p:cNvSpPr txBox="1"/>
          <p:nvPr>
            <p:ph idx="2" type="subTitle"/>
          </p:nvPr>
        </p:nvSpPr>
        <p:spPr>
          <a:xfrm>
            <a:off x="2790725" y="1028175"/>
            <a:ext cx="41484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29" name="Google Shape;529;p96"/>
          <p:cNvSpPr txBox="1"/>
          <p:nvPr>
            <p:ph idx="3" type="body"/>
          </p:nvPr>
        </p:nvSpPr>
        <p:spPr>
          <a:xfrm>
            <a:off x="2755750" y="1517925"/>
            <a:ext cx="5181000" cy="32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Char char="●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92100" lvl="1" marL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○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92100" lvl="2" marL="13716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■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92100" lvl="3" marL="18288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●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92100" lvl="4" marL="2286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○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92100" lvl="5" marL="27432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■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92100" lvl="6" marL="3200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●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92100" lvl="7" marL="36576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Source Sans Pro"/>
              <a:buChar char="○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92100" lvl="8" marL="41148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ource Sans Pro"/>
              <a:buChar char="■"/>
              <a:defRPr sz="1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30" name="Google Shape;530;p96"/>
          <p:cNvSpPr txBox="1"/>
          <p:nvPr>
            <p:ph type="title"/>
          </p:nvPr>
        </p:nvSpPr>
        <p:spPr>
          <a:xfrm>
            <a:off x="279355" y="1028175"/>
            <a:ext cx="20700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531" name="Google Shape;531;p96"/>
          <p:cNvSpPr txBox="1"/>
          <p:nvPr>
            <p:ph idx="4" type="subTitle"/>
          </p:nvPr>
        </p:nvSpPr>
        <p:spPr>
          <a:xfrm>
            <a:off x="295975" y="25649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32" name="Google Shape;532;p96"/>
          <p:cNvSpPr txBox="1"/>
          <p:nvPr>
            <p:ph idx="5" type="subTitle"/>
          </p:nvPr>
        </p:nvSpPr>
        <p:spPr>
          <a:xfrm>
            <a:off x="295975" y="3067175"/>
            <a:ext cx="20421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b="1">
                <a:solidFill>
                  <a:srgbClr val="073E5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  <p15:guide id="3" pos="1608">
          <p15:clr>
            <a:srgbClr val="FA7B17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_top left_Title_slide2">
  <p:cSld name="TITLE_AND_BODY_1_4">
    <p:bg>
      <p:bgPr>
        <a:solidFill>
          <a:srgbClr val="213B55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97" title="Roadshow2024 Logos W-02.png"/>
          <p:cNvPicPr preferRelativeResize="0"/>
          <p:nvPr/>
        </p:nvPicPr>
        <p:blipFill rotWithShape="1">
          <a:blip r:embed="rId2">
            <a:alphaModFix/>
          </a:blip>
          <a:srcRect b="-9468" l="0" r="0" t="-9480"/>
          <a:stretch/>
        </p:blipFill>
        <p:spPr>
          <a:xfrm>
            <a:off x="331341" y="323177"/>
            <a:ext cx="2742415" cy="5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97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  <p:sp>
        <p:nvSpPr>
          <p:cNvPr id="536" name="Google Shape;536;p97"/>
          <p:cNvSpPr/>
          <p:nvPr>
            <p:ph idx="2" type="pic"/>
          </p:nvPr>
        </p:nvSpPr>
        <p:spPr>
          <a:xfrm flipH="1">
            <a:off x="331355" y="4100175"/>
            <a:ext cx="700800" cy="714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37" name="Google Shape;537;p97"/>
          <p:cNvSpPr/>
          <p:nvPr>
            <p:ph idx="3" type="pic"/>
          </p:nvPr>
        </p:nvSpPr>
        <p:spPr>
          <a:xfrm flipH="1">
            <a:off x="3188831" y="4100175"/>
            <a:ext cx="700800" cy="714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38" name="Google Shape;538;p97"/>
          <p:cNvSpPr txBox="1"/>
          <p:nvPr>
            <p:ph type="title"/>
          </p:nvPr>
        </p:nvSpPr>
        <p:spPr>
          <a:xfrm>
            <a:off x="331397" y="1615836"/>
            <a:ext cx="47958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9" name="Google Shape;539;p97"/>
          <p:cNvSpPr txBox="1"/>
          <p:nvPr>
            <p:ph idx="4" type="title"/>
          </p:nvPr>
        </p:nvSpPr>
        <p:spPr>
          <a:xfrm>
            <a:off x="1128113" y="4251984"/>
            <a:ext cx="2464200" cy="2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40" name="Google Shape;540;p97"/>
          <p:cNvSpPr txBox="1"/>
          <p:nvPr>
            <p:ph idx="5" type="title"/>
          </p:nvPr>
        </p:nvSpPr>
        <p:spPr>
          <a:xfrm>
            <a:off x="1128113" y="4473398"/>
            <a:ext cx="2548800" cy="2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ource Sans Pro"/>
              <a:buNone/>
              <a:defRPr b="0" sz="13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41" name="Google Shape;541;p97"/>
          <p:cNvSpPr txBox="1"/>
          <p:nvPr>
            <p:ph idx="6" type="title"/>
          </p:nvPr>
        </p:nvSpPr>
        <p:spPr>
          <a:xfrm>
            <a:off x="4078219" y="4237697"/>
            <a:ext cx="2464200" cy="2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42" name="Google Shape;542;p97"/>
          <p:cNvSpPr txBox="1"/>
          <p:nvPr>
            <p:ph idx="7" type="title"/>
          </p:nvPr>
        </p:nvSpPr>
        <p:spPr>
          <a:xfrm>
            <a:off x="4078219" y="4459111"/>
            <a:ext cx="2548800" cy="2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Source Sans Pro"/>
              <a:buNone/>
              <a:defRPr b="0" sz="13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None/>
              <a:defRPr sz="15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_top left">
  <p:cSld name="TITLE_AND_BODY_4">
    <p:bg>
      <p:bgPr>
        <a:solidFill>
          <a:srgbClr val="213B55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98" title="Roadshow2024 Logos W-02.png"/>
          <p:cNvPicPr preferRelativeResize="0"/>
          <p:nvPr/>
        </p:nvPicPr>
        <p:blipFill rotWithShape="1">
          <a:blip r:embed="rId2">
            <a:alphaModFix/>
          </a:blip>
          <a:srcRect b="-9468" l="0" r="0" t="-9480"/>
          <a:stretch/>
        </p:blipFill>
        <p:spPr>
          <a:xfrm>
            <a:off x="331341" y="323177"/>
            <a:ext cx="2742415" cy="5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98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  <p:sp>
        <p:nvSpPr>
          <p:cNvPr id="546" name="Google Shape;546;p98"/>
          <p:cNvSpPr txBox="1"/>
          <p:nvPr/>
        </p:nvSpPr>
        <p:spPr>
          <a:xfrm>
            <a:off x="929813" y="1586588"/>
            <a:ext cx="53205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547" name="Google Shape;547;p98"/>
          <p:cNvSpPr txBox="1"/>
          <p:nvPr/>
        </p:nvSpPr>
        <p:spPr>
          <a:xfrm>
            <a:off x="929813" y="3874228"/>
            <a:ext cx="53427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7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1" name="Google Shape;551;p9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7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5" name="Google Shape;555;p10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Refresh - CORE TEMPLATE">
  <p:cSld name="TITLE_AND_BODY_1_1_1_2_1"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7" name="Google Shape;557;p101"/>
          <p:cNvCxnSpPr/>
          <p:nvPr/>
        </p:nvCxnSpPr>
        <p:spPr>
          <a:xfrm>
            <a:off x="384450" y="927100"/>
            <a:ext cx="803700" cy="0"/>
          </a:xfrm>
          <a:prstGeom prst="straightConnector1">
            <a:avLst/>
          </a:prstGeom>
          <a:noFill/>
          <a:ln cap="flat" cmpd="sng" w="38100">
            <a:solidFill>
              <a:srgbClr val="13B5E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" name="Google Shape;558;p101"/>
          <p:cNvSpPr txBox="1"/>
          <p:nvPr>
            <p:ph type="title"/>
          </p:nvPr>
        </p:nvSpPr>
        <p:spPr>
          <a:xfrm>
            <a:off x="384450" y="356625"/>
            <a:ext cx="84510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None/>
              <a:defRPr b="1"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559" name="Google Shape;559;p101"/>
          <p:cNvSpPr txBox="1"/>
          <p:nvPr>
            <p:ph idx="1" type="subTitle"/>
          </p:nvPr>
        </p:nvSpPr>
        <p:spPr>
          <a:xfrm>
            <a:off x="384450" y="0"/>
            <a:ext cx="2308500" cy="276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8909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8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8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8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8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8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8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8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8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8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101"/>
          <p:cNvSpPr txBox="1"/>
          <p:nvPr>
            <p:ph idx="2" type="body"/>
          </p:nvPr>
        </p:nvSpPr>
        <p:spPr>
          <a:xfrm>
            <a:off x="384450" y="1182950"/>
            <a:ext cx="8451000" cy="3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●"/>
              <a:defRPr sz="11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○"/>
              <a:defRPr sz="11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■"/>
              <a:defRPr sz="11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●"/>
              <a:defRPr sz="11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○"/>
              <a:defRPr sz="11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■"/>
              <a:defRPr sz="11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●"/>
              <a:defRPr sz="11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○"/>
              <a:defRPr sz="11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■"/>
              <a:defRPr sz="11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42">
          <p15:clr>
            <a:srgbClr val="FA7B17"/>
          </p15:clr>
        </p15:guide>
        <p15:guide id="2" orient="horz" pos="250">
          <p15:clr>
            <a:srgbClr val="FA7B17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02"/>
          <p:cNvSpPr txBox="1"/>
          <p:nvPr>
            <p:ph idx="12" type="sldNum"/>
          </p:nvPr>
        </p:nvSpPr>
        <p:spPr>
          <a:xfrm>
            <a:off x="8472458" y="4663217"/>
            <a:ext cx="548700" cy="1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rtner blue">
  <p:cSld name="Blank Partner blue_2">
    <p:bg>
      <p:bgPr>
        <a:solidFill>
          <a:srgbClr val="213B55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03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1_Title only 6">
    <p:bg>
      <p:bgPr>
        <a:solidFill>
          <a:schemeClr val="accent1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04"/>
          <p:cNvSpPr txBox="1"/>
          <p:nvPr>
            <p:ph type="title"/>
          </p:nvPr>
        </p:nvSpPr>
        <p:spPr>
          <a:xfrm>
            <a:off x="334002" y="158317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>
                <a:solidFill>
                  <a:srgbClr val="BBF3F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8" name="Google Shape;568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104"/>
          <p:cNvSpPr txBox="1"/>
          <p:nvPr>
            <p:ph idx="1" type="body"/>
          </p:nvPr>
        </p:nvSpPr>
        <p:spPr>
          <a:xfrm>
            <a:off x="2681478" y="2398576"/>
            <a:ext cx="4097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1" sz="2000">
                <a:solidFill>
                  <a:schemeClr val="lt1"/>
                </a:solidFill>
                <a:latin typeface="Work Sans ExtraBold"/>
                <a:ea typeface="Work Sans ExtraBold"/>
                <a:cs typeface="Work Sans ExtraBold"/>
                <a:sym typeface="Work Sans ExtraBold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+ Image (1)">
  <p:cSld name="CUSTOM_9_1_2_1_2_1_1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05"/>
          <p:cNvSpPr txBox="1"/>
          <p:nvPr>
            <p:ph type="title"/>
          </p:nvPr>
        </p:nvSpPr>
        <p:spPr>
          <a:xfrm>
            <a:off x="338050" y="547250"/>
            <a:ext cx="8348700" cy="493500"/>
          </a:xfrm>
          <a:prstGeom prst="rect">
            <a:avLst/>
          </a:prstGeom>
        </p:spPr>
        <p:txBody>
          <a:bodyPr anchorCtr="0" anchor="ctr" bIns="91500" lIns="91500" spcFirstLastPara="1" rIns="91500" wrap="square" tIns="9150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4000"/>
              <a:buFont typeface="Source Sans Pro"/>
              <a:buNone/>
              <a:defRPr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72" name="Google Shape;572;p105"/>
          <p:cNvSpPr txBox="1"/>
          <p:nvPr>
            <p:ph idx="1" type="subTitle"/>
          </p:nvPr>
        </p:nvSpPr>
        <p:spPr>
          <a:xfrm>
            <a:off x="354675" y="992000"/>
            <a:ext cx="3860700" cy="349200"/>
          </a:xfrm>
          <a:prstGeom prst="rect">
            <a:avLst/>
          </a:prstGeom>
        </p:spPr>
        <p:txBody>
          <a:bodyPr anchorCtr="0" anchor="t" bIns="91500" lIns="91500" spcFirstLastPara="1" rIns="91500" wrap="square" tIns="91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500"/>
              <a:buFont typeface="Source Sans Pro"/>
              <a:buNone/>
              <a:defRPr b="1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73" name="Google Shape;573;p105"/>
          <p:cNvSpPr txBox="1"/>
          <p:nvPr>
            <p:ph idx="2" type="subTitle"/>
          </p:nvPr>
        </p:nvSpPr>
        <p:spPr>
          <a:xfrm>
            <a:off x="356025" y="218075"/>
            <a:ext cx="8330700" cy="282600"/>
          </a:xfrm>
          <a:prstGeom prst="rect">
            <a:avLst/>
          </a:prstGeom>
        </p:spPr>
        <p:txBody>
          <a:bodyPr anchorCtr="0" anchor="ctr" bIns="91500" lIns="91500" spcFirstLastPara="1" rIns="91500" wrap="square" tIns="91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000"/>
              <a:buFont typeface="Source Sans Pro"/>
              <a:buNone/>
              <a:defRPr b="1" sz="1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74" name="Google Shape;574;p105"/>
          <p:cNvSpPr txBox="1"/>
          <p:nvPr>
            <p:ph idx="3" type="body"/>
          </p:nvPr>
        </p:nvSpPr>
        <p:spPr>
          <a:xfrm>
            <a:off x="365750" y="1371600"/>
            <a:ext cx="2907900" cy="2817900"/>
          </a:xfrm>
          <a:prstGeom prst="rect">
            <a:avLst/>
          </a:prstGeom>
        </p:spPr>
        <p:txBody>
          <a:bodyPr anchorCtr="0" anchor="t" bIns="91500" lIns="91500" spcFirstLastPara="1" rIns="91500" wrap="square" tIns="915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 sz="14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 sz="14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 sz="14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 sz="14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 sz="14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 sz="14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●"/>
              <a:defRPr sz="14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○"/>
              <a:defRPr sz="14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213B55"/>
              </a:buClr>
              <a:buSzPts val="1400"/>
              <a:buFont typeface="Source Sans Pro"/>
              <a:buChar char="■"/>
              <a:defRPr sz="14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58">
          <p15:clr>
            <a:srgbClr val="FA7B17"/>
          </p15:clr>
        </p15:guide>
        <p15:guide id="2" pos="369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7.xml"/><Relationship Id="rId42" Type="http://schemas.openxmlformats.org/officeDocument/2006/relationships/slideLayout" Target="../slideLayouts/slideLayout89.xml"/><Relationship Id="rId41" Type="http://schemas.openxmlformats.org/officeDocument/2006/relationships/slideLayout" Target="../slideLayouts/slideLayout88.xml"/><Relationship Id="rId44" Type="http://schemas.openxmlformats.org/officeDocument/2006/relationships/slideLayout" Target="../slideLayouts/slideLayout91.xml"/><Relationship Id="rId43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3.xml"/><Relationship Id="rId45" Type="http://schemas.openxmlformats.org/officeDocument/2006/relationships/slideLayout" Target="../slideLayouts/slideLayout92.xml"/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48" Type="http://schemas.openxmlformats.org/officeDocument/2006/relationships/slideLayout" Target="../slideLayouts/slideLayout95.xml"/><Relationship Id="rId47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96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2.xml"/><Relationship Id="rId34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83.xml"/><Relationship Id="rId39" Type="http://schemas.openxmlformats.org/officeDocument/2006/relationships/slideLayout" Target="../slideLayouts/slideLayout86.xml"/><Relationship Id="rId38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98.xml"/><Relationship Id="rId50" Type="http://schemas.openxmlformats.org/officeDocument/2006/relationships/slideLayout" Target="../slideLayouts/slideLayout97.xml"/><Relationship Id="rId53" Type="http://schemas.openxmlformats.org/officeDocument/2006/relationships/slideLayout" Target="../slideLayouts/slideLayout100.xml"/><Relationship Id="rId52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58.xml"/><Relationship Id="rId55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57.xml"/><Relationship Id="rId54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2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1" name="Google Shape;271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2" name="Google Shape;27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  <p:sldLayoutId id="2147483741" r:id="rId47"/>
    <p:sldLayoutId id="2147483742" r:id="rId48"/>
    <p:sldLayoutId id="2147483743" r:id="rId49"/>
    <p:sldLayoutId id="2147483744" r:id="rId50"/>
    <p:sldLayoutId id="2147483745" r:id="rId51"/>
    <p:sldLayoutId id="2147483746" r:id="rId52"/>
    <p:sldLayoutId id="2147483747" r:id="rId53"/>
    <p:sldLayoutId id="2147483748" r:id="rId54"/>
    <p:sldLayoutId id="2147483749" r:id="rId55"/>
    <p:sldLayoutId id="2147483750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8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8.png"/><Relationship Id="rId4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8.png"/><Relationship Id="rId4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31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Relationship Id="rId7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Relationship Id="rId5" Type="http://schemas.openxmlformats.org/officeDocument/2006/relationships/hyperlink" Target="http://developer.xero.com" TargetMode="External"/><Relationship Id="rId6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hyperlink" Target="mailto:api@xero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06"/>
          <p:cNvSpPr/>
          <p:nvPr/>
        </p:nvSpPr>
        <p:spPr>
          <a:xfrm>
            <a:off x="480250" y="1018375"/>
            <a:ext cx="3882300" cy="1200900"/>
          </a:xfrm>
          <a:prstGeom prst="rect">
            <a:avLst/>
          </a:prstGeom>
          <a:solidFill>
            <a:srgbClr val="081F33"/>
          </a:solidFill>
          <a:ln cap="flat" cmpd="sng" w="9525">
            <a:solidFill>
              <a:srgbClr val="08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06"/>
          <p:cNvSpPr txBox="1"/>
          <p:nvPr/>
        </p:nvSpPr>
        <p:spPr>
          <a:xfrm>
            <a:off x="605850" y="1429200"/>
            <a:ext cx="5823600" cy="1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XERO APPS AND AGENTS </a:t>
            </a:r>
            <a:br>
              <a:rPr b="1" lang="en" sz="45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</a:br>
            <a:r>
              <a:rPr b="1" lang="en" sz="45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HACKATHON: </a:t>
            </a:r>
            <a:endParaRPr b="1" sz="4500">
              <a:solidFill>
                <a:srgbClr val="FFFFFF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46C3EC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XERO API OVERVIEW</a:t>
            </a:r>
            <a:endParaRPr sz="5000">
              <a:solidFill>
                <a:srgbClr val="46C3E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81" name="Google Shape;581;p106"/>
          <p:cNvSpPr/>
          <p:nvPr/>
        </p:nvSpPr>
        <p:spPr>
          <a:xfrm>
            <a:off x="667686" y="3290913"/>
            <a:ext cx="2227800" cy="522300"/>
          </a:xfrm>
          <a:prstGeom prst="roundRect">
            <a:avLst>
              <a:gd fmla="val 16667" name="adj"/>
            </a:avLst>
          </a:prstGeom>
          <a:solidFill>
            <a:srgbClr val="BBF3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071F34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4-5 JULY 2026</a:t>
            </a:r>
            <a:endParaRPr sz="3000"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07"/>
          <p:cNvSpPr/>
          <p:nvPr/>
        </p:nvSpPr>
        <p:spPr>
          <a:xfrm>
            <a:off x="3949175" y="2917612"/>
            <a:ext cx="1269600" cy="1269600"/>
          </a:xfrm>
          <a:prstGeom prst="ellipse">
            <a:avLst/>
          </a:prstGeom>
          <a:solidFill>
            <a:srgbClr val="BBF3FD"/>
          </a:solidFill>
          <a:ln>
            <a:noFill/>
          </a:ln>
        </p:spPr>
        <p:txBody>
          <a:bodyPr anchorCtr="0" anchor="ctr" bIns="16425" lIns="16425" spcFirstLastPara="1" rIns="16425" wrap="square" tIns="16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6"/>
              <a:buFont typeface="Helvetica Neue"/>
              <a:buNone/>
            </a:pPr>
            <a:r>
              <a:t/>
            </a:r>
            <a:endParaRPr b="0" i="0" sz="1036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7" name="Google Shape;587;p107"/>
          <p:cNvSpPr/>
          <p:nvPr/>
        </p:nvSpPr>
        <p:spPr>
          <a:xfrm>
            <a:off x="6085459" y="1073725"/>
            <a:ext cx="741600" cy="741600"/>
          </a:xfrm>
          <a:prstGeom prst="ellipse">
            <a:avLst/>
          </a:prstGeom>
          <a:solidFill>
            <a:srgbClr val="BBF3FD"/>
          </a:solidFill>
          <a:ln>
            <a:noFill/>
          </a:ln>
        </p:spPr>
        <p:txBody>
          <a:bodyPr anchorCtr="0" anchor="ctr" bIns="16425" lIns="16425" spcFirstLastPara="1" rIns="16425" wrap="square" tIns="16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6"/>
              <a:buFont typeface="Helvetica Neue"/>
              <a:buNone/>
            </a:pPr>
            <a:r>
              <a:t/>
            </a:r>
            <a:endParaRPr b="0" i="0" sz="1036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88" name="Google Shape;588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9459" y="15240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7850" y="1581675"/>
            <a:ext cx="2406300" cy="2406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90" name="Google Shape;590;p107"/>
          <p:cNvSpPr txBox="1"/>
          <p:nvPr/>
        </p:nvSpPr>
        <p:spPr>
          <a:xfrm>
            <a:off x="7497050" y="2254550"/>
            <a:ext cx="26757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00">
              <a:solidFill>
                <a:srgbClr val="FFFFFF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91" name="Google Shape;591;p107"/>
          <p:cNvSpPr txBox="1"/>
          <p:nvPr/>
        </p:nvSpPr>
        <p:spPr>
          <a:xfrm>
            <a:off x="455000" y="1978875"/>
            <a:ext cx="36048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SHARON BALL</a:t>
            </a:r>
            <a:endParaRPr b="1" sz="4000">
              <a:solidFill>
                <a:srgbClr val="FFFFFF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BBF3FD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SENIOR </a:t>
            </a:r>
            <a:r>
              <a:rPr b="1" lang="en" sz="3000">
                <a:solidFill>
                  <a:srgbClr val="BBF3FD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ECOSYSTEM </a:t>
            </a:r>
            <a:r>
              <a:rPr b="1" lang="en" sz="3000">
                <a:solidFill>
                  <a:srgbClr val="BBF3FD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GOVERNANCE ANALYST</a:t>
            </a:r>
            <a:endParaRPr b="1" sz="3000">
              <a:solidFill>
                <a:srgbClr val="BBF3FD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BBF3FD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08"/>
          <p:cNvSpPr txBox="1"/>
          <p:nvPr/>
        </p:nvSpPr>
        <p:spPr>
          <a:xfrm>
            <a:off x="2129525" y="4483150"/>
            <a:ext cx="6138300" cy="18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100">
              <a:solidFill>
                <a:srgbClr val="FFFFFF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597" name="Google Shape;597;p108"/>
          <p:cNvSpPr txBox="1"/>
          <p:nvPr/>
        </p:nvSpPr>
        <p:spPr>
          <a:xfrm>
            <a:off x="605850" y="1429200"/>
            <a:ext cx="58236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AT XERO, WE MAKE IT EASY FOR YOU TO BUILD APPS </a:t>
            </a:r>
            <a:br>
              <a:rPr b="1" lang="en" sz="45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</a:br>
            <a:r>
              <a:rPr b="1" lang="en" sz="45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AND AGENTS WITH </a:t>
            </a:r>
            <a:br>
              <a:rPr b="1" lang="en" sz="45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</a:br>
            <a:r>
              <a:rPr b="1" lang="en" sz="6000">
                <a:solidFill>
                  <a:srgbClr val="46C3EC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XERO’S AI TOOLKIT</a:t>
            </a:r>
            <a:endParaRPr b="1" sz="6000">
              <a:solidFill>
                <a:srgbClr val="46C3EC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FFFFFF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pic>
        <p:nvPicPr>
          <p:cNvPr id="598" name="Google Shape;598;p108" title="JAX-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3976" y="1778225"/>
            <a:ext cx="2991293" cy="1834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08"/>
          <p:cNvSpPr txBox="1"/>
          <p:nvPr/>
        </p:nvSpPr>
        <p:spPr>
          <a:xfrm>
            <a:off x="394150" y="389900"/>
            <a:ext cx="818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#XEROHACKATHON LONDON 2026</a:t>
            </a:r>
            <a:endParaRPr sz="1000">
              <a:solidFill>
                <a:schemeClr val="lt1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9"/>
          <p:cNvSpPr/>
          <p:nvPr/>
        </p:nvSpPr>
        <p:spPr>
          <a:xfrm>
            <a:off x="317963" y="1666600"/>
            <a:ext cx="2622300" cy="2738100"/>
          </a:xfrm>
          <a:prstGeom prst="roundRect">
            <a:avLst>
              <a:gd fmla="val 16667" name="adj"/>
            </a:avLst>
          </a:prstGeom>
          <a:solidFill>
            <a:srgbClr val="BBF3FD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323E"/>
              </a:solidFill>
              <a:highlight>
                <a:srgbClr val="BBF3FD"/>
              </a:highlight>
            </a:endParaRPr>
          </a:p>
        </p:txBody>
      </p:sp>
      <p:sp>
        <p:nvSpPr>
          <p:cNvPr id="605" name="Google Shape;605;p109"/>
          <p:cNvSpPr/>
          <p:nvPr/>
        </p:nvSpPr>
        <p:spPr>
          <a:xfrm>
            <a:off x="3098788" y="1666600"/>
            <a:ext cx="2622300" cy="2738100"/>
          </a:xfrm>
          <a:prstGeom prst="roundRect">
            <a:avLst>
              <a:gd fmla="val 16667" name="adj"/>
            </a:avLst>
          </a:prstGeom>
          <a:solidFill>
            <a:srgbClr val="BBF3FD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323E"/>
              </a:solidFill>
              <a:highlight>
                <a:srgbClr val="BBF3FD"/>
              </a:highlight>
            </a:endParaRPr>
          </a:p>
        </p:txBody>
      </p:sp>
      <p:sp>
        <p:nvSpPr>
          <p:cNvPr id="606" name="Google Shape;606;p109"/>
          <p:cNvSpPr/>
          <p:nvPr/>
        </p:nvSpPr>
        <p:spPr>
          <a:xfrm>
            <a:off x="5875639" y="1666600"/>
            <a:ext cx="2622300" cy="2738100"/>
          </a:xfrm>
          <a:prstGeom prst="roundRect">
            <a:avLst>
              <a:gd fmla="val 16667" name="adj"/>
            </a:avLst>
          </a:prstGeom>
          <a:solidFill>
            <a:srgbClr val="BBF3FD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323E"/>
              </a:solidFill>
              <a:highlight>
                <a:srgbClr val="BBF3FD"/>
              </a:highlight>
            </a:endParaRPr>
          </a:p>
        </p:txBody>
      </p:sp>
      <p:sp>
        <p:nvSpPr>
          <p:cNvPr id="607" name="Google Shape;607;p109"/>
          <p:cNvSpPr txBox="1"/>
          <p:nvPr/>
        </p:nvSpPr>
        <p:spPr>
          <a:xfrm>
            <a:off x="394150" y="857400"/>
            <a:ext cx="8184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81F33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WHY XERO?</a:t>
            </a:r>
            <a:endParaRPr sz="4000">
              <a:solidFill>
                <a:srgbClr val="081F33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pic>
        <p:nvPicPr>
          <p:cNvPr id="608" name="Google Shape;608;p109" title="xero-developer-logo 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6934" y="389900"/>
            <a:ext cx="2121201" cy="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09"/>
          <p:cNvSpPr/>
          <p:nvPr/>
        </p:nvSpPr>
        <p:spPr>
          <a:xfrm>
            <a:off x="394150" y="1742800"/>
            <a:ext cx="2622300" cy="273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4M+ BUSINESSES</a:t>
            </a:r>
            <a:endParaRPr sz="1900">
              <a:solidFill>
                <a:srgbClr val="1E323E"/>
              </a:solidFill>
              <a:highlight>
                <a:schemeClr val="accent6"/>
              </a:highlight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Tap into a global audience of small businesses, accountants, and bookkeepers who need better tools.</a:t>
            </a:r>
            <a:endParaRPr sz="17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10" name="Google Shape;610;p109"/>
          <p:cNvSpPr/>
          <p:nvPr/>
        </p:nvSpPr>
        <p:spPr>
          <a:xfrm>
            <a:off x="3174988" y="1742800"/>
            <a:ext cx="2622300" cy="273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RICH FINANCIAL DATA</a:t>
            </a:r>
            <a:endParaRPr sz="19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Access invoices, transactions, bank feeds, and payroll data through a robust and stable REST API.</a:t>
            </a:r>
            <a:endParaRPr sz="17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11" name="Google Shape;611;p109"/>
          <p:cNvSpPr/>
          <p:nvPr/>
        </p:nvSpPr>
        <p:spPr>
          <a:xfrm>
            <a:off x="5955825" y="1742800"/>
            <a:ext cx="2622300" cy="273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DEVELOPER FIRST</a:t>
            </a:r>
            <a:r>
              <a:rPr lang="en" sz="19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 </a:t>
            </a:r>
            <a:endParaRPr sz="19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First-class SDKs, detailed documentation, and a highly active community to help you ship faster.</a:t>
            </a:r>
            <a:endParaRPr sz="17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12" name="Google Shape;612;p109"/>
          <p:cNvSpPr txBox="1"/>
          <p:nvPr/>
        </p:nvSpPr>
        <p:spPr>
          <a:xfrm>
            <a:off x="394150" y="389900"/>
            <a:ext cx="818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2A3A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#XEROHACKATHON LONDON 2026</a:t>
            </a:r>
            <a:endParaRPr sz="1000">
              <a:solidFill>
                <a:srgbClr val="182A3A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10"/>
          <p:cNvSpPr/>
          <p:nvPr/>
        </p:nvSpPr>
        <p:spPr>
          <a:xfrm>
            <a:off x="317963" y="1666600"/>
            <a:ext cx="2622300" cy="2738100"/>
          </a:xfrm>
          <a:prstGeom prst="roundRect">
            <a:avLst>
              <a:gd fmla="val 16667" name="adj"/>
            </a:avLst>
          </a:prstGeom>
          <a:solidFill>
            <a:srgbClr val="BBF3FD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323E"/>
              </a:solidFill>
              <a:highlight>
                <a:srgbClr val="BBF3FD"/>
              </a:highlight>
            </a:endParaRPr>
          </a:p>
        </p:txBody>
      </p:sp>
      <p:sp>
        <p:nvSpPr>
          <p:cNvPr id="618" name="Google Shape;618;p110"/>
          <p:cNvSpPr/>
          <p:nvPr/>
        </p:nvSpPr>
        <p:spPr>
          <a:xfrm>
            <a:off x="3098788" y="1666600"/>
            <a:ext cx="2622300" cy="2738100"/>
          </a:xfrm>
          <a:prstGeom prst="roundRect">
            <a:avLst>
              <a:gd fmla="val 16667" name="adj"/>
            </a:avLst>
          </a:prstGeom>
          <a:solidFill>
            <a:srgbClr val="BBF3FD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323E"/>
              </a:solidFill>
              <a:highlight>
                <a:srgbClr val="BBF3FD"/>
              </a:highlight>
            </a:endParaRPr>
          </a:p>
        </p:txBody>
      </p:sp>
      <p:sp>
        <p:nvSpPr>
          <p:cNvPr id="619" name="Google Shape;619;p110"/>
          <p:cNvSpPr/>
          <p:nvPr/>
        </p:nvSpPr>
        <p:spPr>
          <a:xfrm>
            <a:off x="5875639" y="1666600"/>
            <a:ext cx="2622300" cy="2738100"/>
          </a:xfrm>
          <a:prstGeom prst="roundRect">
            <a:avLst>
              <a:gd fmla="val 16667" name="adj"/>
            </a:avLst>
          </a:prstGeom>
          <a:solidFill>
            <a:srgbClr val="BBF3FD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323E"/>
              </a:solidFill>
              <a:highlight>
                <a:srgbClr val="BBF3FD"/>
              </a:highlight>
            </a:endParaRPr>
          </a:p>
        </p:txBody>
      </p:sp>
      <p:sp>
        <p:nvSpPr>
          <p:cNvPr id="620" name="Google Shape;620;p110"/>
          <p:cNvSpPr txBox="1"/>
          <p:nvPr/>
        </p:nvSpPr>
        <p:spPr>
          <a:xfrm>
            <a:off x="394150" y="857400"/>
            <a:ext cx="8184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81F33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HOW TO GET STARTED</a:t>
            </a:r>
            <a:endParaRPr sz="4000">
              <a:solidFill>
                <a:srgbClr val="081F33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pic>
        <p:nvPicPr>
          <p:cNvPr id="621" name="Google Shape;621;p110" title="xero-developer-logo 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6934" y="389900"/>
            <a:ext cx="2121201" cy="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10"/>
          <p:cNvSpPr/>
          <p:nvPr/>
        </p:nvSpPr>
        <p:spPr>
          <a:xfrm>
            <a:off x="394150" y="1742800"/>
            <a:ext cx="2622300" cy="273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DEVELOPER.XERO.COM</a:t>
            </a:r>
            <a:endParaRPr sz="1600">
              <a:solidFill>
                <a:srgbClr val="1E323E"/>
              </a:solidFill>
              <a:highlight>
                <a:schemeClr val="accent6"/>
              </a:highlight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The developer portal is your command center. Here you configure: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pecial Gothic Condensed One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Redirect URIs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pecial Gothic Condensed One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ClientId and Secret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pecial Gothic Condensed One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Connection and Usage stats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pecial Gothic Condensed One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Webhooks setup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2032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pecial Gothic Condensed One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Team collaborators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23" name="Google Shape;623;p110"/>
          <p:cNvSpPr/>
          <p:nvPr/>
        </p:nvSpPr>
        <p:spPr>
          <a:xfrm>
            <a:off x="3174988" y="1742800"/>
            <a:ext cx="2622300" cy="273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TOOLS AND RESOURCES</a:t>
            </a:r>
            <a:endParaRPr sz="16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2032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API Documentation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2032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pecial Gothic Condensed One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Official SDKs 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2032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pecial Gothic Condensed One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API Explorer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2032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pecial Gothic Condensed One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AI Toolkit 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24" name="Google Shape;624;p110"/>
          <p:cNvSpPr/>
          <p:nvPr/>
        </p:nvSpPr>
        <p:spPr>
          <a:xfrm>
            <a:off x="5955825" y="1742800"/>
            <a:ext cx="2622300" cy="273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SUPPORT </a:t>
            </a:r>
            <a:endParaRPr sz="16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Discord Server support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323E"/>
              </a:buClr>
              <a:buSzPts val="1400"/>
              <a:buFont typeface="Special Gothic Condensed One"/>
              <a:buChar char="●"/>
            </a:pPr>
            <a:r>
              <a:rPr lang="en">
                <a:solidFill>
                  <a:srgbClr val="1E323E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In person support </a:t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323E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25" name="Google Shape;625;p110"/>
          <p:cNvSpPr txBox="1"/>
          <p:nvPr/>
        </p:nvSpPr>
        <p:spPr>
          <a:xfrm>
            <a:off x="394150" y="389900"/>
            <a:ext cx="818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2A3A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#XEROHACKATHON LONDON 2026</a:t>
            </a:r>
            <a:endParaRPr sz="1000">
              <a:solidFill>
                <a:srgbClr val="182A3A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F34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11"/>
          <p:cNvSpPr txBox="1"/>
          <p:nvPr/>
        </p:nvSpPr>
        <p:spPr>
          <a:xfrm>
            <a:off x="12726175" y="2273375"/>
            <a:ext cx="25350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E323E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1" name="Google Shape;631;p111"/>
          <p:cNvSpPr txBox="1"/>
          <p:nvPr/>
        </p:nvSpPr>
        <p:spPr>
          <a:xfrm>
            <a:off x="481900" y="796075"/>
            <a:ext cx="3328500" cy="41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800">
                <a:solidFill>
                  <a:schemeClr val="lt1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XERO’S</a:t>
            </a:r>
            <a:r>
              <a:rPr b="1" lang="en" sz="6800">
                <a:solidFill>
                  <a:schemeClr val="lt1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 </a:t>
            </a:r>
            <a:br>
              <a:rPr b="1" lang="en" sz="6800">
                <a:solidFill>
                  <a:schemeClr val="lt1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</a:br>
            <a:r>
              <a:rPr b="1" lang="en" sz="6800">
                <a:solidFill>
                  <a:schemeClr val="lt1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AI TOOLKIT</a:t>
            </a:r>
            <a:endParaRPr b="1" sz="6800">
              <a:solidFill>
                <a:schemeClr val="lt1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BBF3FD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RISE OF THE BUILDER: BUILD NEXT-GEN XERO INTEGRATIONS WITH XERO’S AI TOOLKIT</a:t>
            </a:r>
            <a:endParaRPr b="1" sz="4000">
              <a:solidFill>
                <a:schemeClr val="lt1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32" name="Google Shape;632;p111"/>
          <p:cNvSpPr txBox="1"/>
          <p:nvPr/>
        </p:nvSpPr>
        <p:spPr>
          <a:xfrm>
            <a:off x="394150" y="389900"/>
            <a:ext cx="58392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82A3A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#XEROHACKATHON LONDON 2026</a:t>
            </a:r>
            <a:endParaRPr sz="1000">
              <a:solidFill>
                <a:srgbClr val="182A3A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33" name="Google Shape;633;p111"/>
          <p:cNvSpPr/>
          <p:nvPr/>
        </p:nvSpPr>
        <p:spPr>
          <a:xfrm>
            <a:off x="4113000" y="796075"/>
            <a:ext cx="4633800" cy="94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03575" lIns="914400" spcFirstLastPara="1" rIns="82875" wrap="square" tIns="10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1"/>
              <a:buFont typeface="Arial"/>
              <a:buNone/>
            </a:pPr>
            <a:r>
              <a:rPr b="1" lang="en" sz="1511">
                <a:solidFill>
                  <a:srgbClr val="071F34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AGENTIC SDK</a:t>
            </a:r>
            <a:endParaRPr sz="1208">
              <a:solidFill>
                <a:srgbClr val="071F34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8">
                <a:solidFill>
                  <a:srgbClr val="071F34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Comprehensive collection of examples demonstrating how to build AI agents using various agentic frameworks and the Xero MCP Server.</a:t>
            </a:r>
            <a:endParaRPr sz="1208">
              <a:solidFill>
                <a:srgbClr val="071F34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34" name="Google Shape;634;p111"/>
          <p:cNvSpPr/>
          <p:nvPr/>
        </p:nvSpPr>
        <p:spPr>
          <a:xfrm>
            <a:off x="4113000" y="1865500"/>
            <a:ext cx="4633800" cy="94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03575" lIns="914400" spcFirstLastPara="1" rIns="82875" wrap="square" tIns="10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1">
                <a:solidFill>
                  <a:srgbClr val="071F34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MCP SERVERS  (Local &amp; remote)</a:t>
            </a:r>
            <a:endParaRPr sz="1208">
              <a:solidFill>
                <a:srgbClr val="071F34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8">
                <a:solidFill>
                  <a:srgbClr val="071F34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Securely and seamlessly connect LLMs to Xero data with our open source MCP server.</a:t>
            </a:r>
            <a:endParaRPr sz="1208">
              <a:solidFill>
                <a:srgbClr val="071F34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8">
              <a:solidFill>
                <a:srgbClr val="071F34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35" name="Google Shape;635;p111"/>
          <p:cNvSpPr/>
          <p:nvPr/>
        </p:nvSpPr>
        <p:spPr>
          <a:xfrm>
            <a:off x="4113000" y="2934925"/>
            <a:ext cx="4633800" cy="94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03575" lIns="914400" spcFirstLastPara="1" rIns="82875" wrap="square" tIns="10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1">
                <a:solidFill>
                  <a:srgbClr val="071F34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XERO COMMAND LINE INTERFACE (CLI) </a:t>
            </a:r>
            <a:endParaRPr sz="1208">
              <a:solidFill>
                <a:srgbClr val="071F34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8">
                <a:solidFill>
                  <a:srgbClr val="071F34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This tool wraps the Xero API to provide a high-performance bridge for autonomous systems.</a:t>
            </a:r>
            <a:endParaRPr sz="1208">
              <a:solidFill>
                <a:srgbClr val="071F34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36" name="Google Shape;636;p111"/>
          <p:cNvSpPr/>
          <p:nvPr/>
        </p:nvSpPr>
        <p:spPr>
          <a:xfrm>
            <a:off x="4113000" y="4004350"/>
            <a:ext cx="4633800" cy="94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03575" lIns="914400" spcFirstLastPara="1" rIns="82875" wrap="square" tIns="10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1">
                <a:solidFill>
                  <a:srgbClr val="071F34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PROMPT LIBRARY &amp; CODE SAMPLES</a:t>
            </a:r>
            <a:endParaRPr sz="1208">
              <a:solidFill>
                <a:srgbClr val="071F34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8">
                <a:solidFill>
                  <a:srgbClr val="071F34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Xero's collection of pre-written text prompts, and code samples to help you get started.</a:t>
            </a:r>
            <a:endParaRPr sz="1208">
              <a:solidFill>
                <a:srgbClr val="071F34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pic>
        <p:nvPicPr>
          <p:cNvPr id="637" name="Google Shape;637;p111" title="xero-developer-logo-reverse 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9131" y="388231"/>
            <a:ext cx="2168126" cy="28885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11"/>
          <p:cNvSpPr txBox="1"/>
          <p:nvPr/>
        </p:nvSpPr>
        <p:spPr>
          <a:xfrm>
            <a:off x="394150" y="389900"/>
            <a:ext cx="7190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#XEROHACKATHON LONDON 2026</a:t>
            </a:r>
            <a:endParaRPr sz="1000">
              <a:solidFill>
                <a:schemeClr val="lt1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pic>
        <p:nvPicPr>
          <p:cNvPr id="639" name="Google Shape;639;p111" title="Phone_cha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8262" y="1006877"/>
            <a:ext cx="459400" cy="5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111" title="Party_char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7750" y="2064641"/>
            <a:ext cx="520425" cy="542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111" title="Sparkle_char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5852" y="4168706"/>
            <a:ext cx="581475" cy="63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111" title="Talk_char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7225" y="3227910"/>
            <a:ext cx="581475" cy="35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12"/>
          <p:cNvSpPr/>
          <p:nvPr/>
        </p:nvSpPr>
        <p:spPr>
          <a:xfrm>
            <a:off x="480250" y="1018375"/>
            <a:ext cx="3882300" cy="1200900"/>
          </a:xfrm>
          <a:prstGeom prst="rect">
            <a:avLst/>
          </a:prstGeom>
          <a:solidFill>
            <a:srgbClr val="081F33"/>
          </a:solidFill>
          <a:ln cap="flat" cmpd="sng" w="9525">
            <a:solidFill>
              <a:srgbClr val="08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12"/>
          <p:cNvSpPr txBox="1"/>
          <p:nvPr/>
        </p:nvSpPr>
        <p:spPr>
          <a:xfrm>
            <a:off x="605850" y="1429200"/>
            <a:ext cx="58236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DEMO</a:t>
            </a:r>
            <a:endParaRPr b="1" sz="4500">
              <a:solidFill>
                <a:srgbClr val="FFFFFF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49" name="Google Shape;649;p112"/>
          <p:cNvSpPr txBox="1"/>
          <p:nvPr/>
        </p:nvSpPr>
        <p:spPr>
          <a:xfrm>
            <a:off x="394150" y="389900"/>
            <a:ext cx="818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#XEROHACKATHON LONDON 2026</a:t>
            </a:r>
            <a:endParaRPr sz="1000">
              <a:solidFill>
                <a:schemeClr val="lt1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113" title="639193-brand-guidelines-Connected-link-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4425" y="1402000"/>
            <a:ext cx="1255700" cy="129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113"/>
          <p:cNvSpPr txBox="1"/>
          <p:nvPr/>
        </p:nvSpPr>
        <p:spPr>
          <a:xfrm>
            <a:off x="2085075" y="1490800"/>
            <a:ext cx="43794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FFFFFF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GET STARTED </a:t>
            </a:r>
            <a:endParaRPr b="1" sz="7000">
              <a:solidFill>
                <a:srgbClr val="FFFFFF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 u="sng">
                <a:solidFill>
                  <a:srgbClr val="BBF3FD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developer.xero.com</a:t>
            </a:r>
            <a:endParaRPr b="1" sz="5000">
              <a:solidFill>
                <a:srgbClr val="BBF3FD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pic>
        <p:nvPicPr>
          <p:cNvPr id="656" name="Google Shape;656;p113" title="xero-developer-logo-reverse 2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9131" y="388231"/>
            <a:ext cx="2168126" cy="288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13"/>
          <p:cNvSpPr txBox="1"/>
          <p:nvPr/>
        </p:nvSpPr>
        <p:spPr>
          <a:xfrm>
            <a:off x="394150" y="389900"/>
            <a:ext cx="818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#XEROHACKATHON LONDON 2026</a:t>
            </a:r>
            <a:endParaRPr sz="1000">
              <a:solidFill>
                <a:schemeClr val="lt1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14"/>
          <p:cNvSpPr txBox="1"/>
          <p:nvPr/>
        </p:nvSpPr>
        <p:spPr>
          <a:xfrm>
            <a:off x="548600" y="3229450"/>
            <a:ext cx="8219100" cy="571500"/>
          </a:xfrm>
          <a:prstGeom prst="rect">
            <a:avLst/>
          </a:prstGeom>
          <a:solidFill>
            <a:srgbClr val="071F3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rgbClr val="FFFFFF"/>
                </a:solidFill>
                <a:highlight>
                  <a:srgbClr val="071F34"/>
                </a:highlight>
                <a:latin typeface="Special Gothic Condensed One"/>
                <a:ea typeface="Special Gothic Condensed One"/>
                <a:cs typeface="Special Gothic Condensed One"/>
                <a:sym typeface="Special Gothic Condensed On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api@xero.com</a:t>
            </a:r>
            <a:r>
              <a:rPr b="1" lang="en" sz="2500">
                <a:solidFill>
                  <a:srgbClr val="FFFFFF"/>
                </a:solidFill>
                <a:highlight>
                  <a:srgbClr val="071F34"/>
                </a:highlight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 | @xeroapi | devblog.xero.com</a:t>
            </a:r>
            <a:endParaRPr b="1" sz="2500">
              <a:solidFill>
                <a:srgbClr val="FFFFFF"/>
              </a:solidFill>
              <a:highlight>
                <a:srgbClr val="071F34"/>
              </a:highlight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  <p:sp>
        <p:nvSpPr>
          <p:cNvPr id="663" name="Google Shape;663;p114"/>
          <p:cNvSpPr txBox="1"/>
          <p:nvPr/>
        </p:nvSpPr>
        <p:spPr>
          <a:xfrm>
            <a:off x="394150" y="389900"/>
            <a:ext cx="818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pecial Gothic Condensed One"/>
                <a:ea typeface="Special Gothic Condensed One"/>
                <a:cs typeface="Special Gothic Condensed One"/>
                <a:sym typeface="Special Gothic Condensed One"/>
              </a:rPr>
              <a:t>#XEROHACKATHON LONDON 2026</a:t>
            </a:r>
            <a:endParaRPr sz="1000">
              <a:solidFill>
                <a:schemeClr val="lt1"/>
              </a:solidFill>
              <a:latin typeface="Special Gothic Condensed One"/>
              <a:ea typeface="Special Gothic Condensed One"/>
              <a:cs typeface="Special Gothic Condensed One"/>
              <a:sym typeface="Special Gothic Condensed On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5"/>
          <p:cNvSpPr txBox="1"/>
          <p:nvPr/>
        </p:nvSpPr>
        <p:spPr>
          <a:xfrm>
            <a:off x="394150" y="1291725"/>
            <a:ext cx="6860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9" name="Google Shape;669;p115"/>
          <p:cNvSpPr txBox="1"/>
          <p:nvPr/>
        </p:nvSpPr>
        <p:spPr>
          <a:xfrm>
            <a:off x="410775" y="1736475"/>
            <a:ext cx="6860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1F33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081F33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0" name="Google Shape;670;p115"/>
          <p:cNvSpPr txBox="1"/>
          <p:nvPr/>
        </p:nvSpPr>
        <p:spPr>
          <a:xfrm>
            <a:off x="412125" y="962550"/>
            <a:ext cx="6860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1" name="Google Shape;671;p115"/>
          <p:cNvSpPr txBox="1"/>
          <p:nvPr/>
        </p:nvSpPr>
        <p:spPr>
          <a:xfrm>
            <a:off x="419125" y="2121625"/>
            <a:ext cx="68607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16"/>
          <p:cNvSpPr txBox="1"/>
          <p:nvPr/>
        </p:nvSpPr>
        <p:spPr>
          <a:xfrm>
            <a:off x="394150" y="1291725"/>
            <a:ext cx="6860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7" name="Google Shape;677;p116"/>
          <p:cNvSpPr txBox="1"/>
          <p:nvPr/>
        </p:nvSpPr>
        <p:spPr>
          <a:xfrm>
            <a:off x="410775" y="1736475"/>
            <a:ext cx="6860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213B55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8" name="Google Shape;678;p116"/>
          <p:cNvSpPr txBox="1"/>
          <p:nvPr/>
        </p:nvSpPr>
        <p:spPr>
          <a:xfrm>
            <a:off x="412125" y="962550"/>
            <a:ext cx="6860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9" name="Google Shape;679;p116"/>
          <p:cNvSpPr txBox="1"/>
          <p:nvPr/>
        </p:nvSpPr>
        <p:spPr>
          <a:xfrm>
            <a:off x="419125" y="2121625"/>
            <a:ext cx="68607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17"/>
          <p:cNvSpPr txBox="1"/>
          <p:nvPr/>
        </p:nvSpPr>
        <p:spPr>
          <a:xfrm>
            <a:off x="394150" y="1291725"/>
            <a:ext cx="6860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85" name="Google Shape;685;p117"/>
          <p:cNvSpPr txBox="1"/>
          <p:nvPr/>
        </p:nvSpPr>
        <p:spPr>
          <a:xfrm>
            <a:off x="410775" y="1736475"/>
            <a:ext cx="6860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13B55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213B55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86" name="Google Shape;686;p117"/>
          <p:cNvSpPr txBox="1"/>
          <p:nvPr/>
        </p:nvSpPr>
        <p:spPr>
          <a:xfrm>
            <a:off x="412125" y="962550"/>
            <a:ext cx="6860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87" name="Google Shape;687;p117"/>
          <p:cNvSpPr txBox="1"/>
          <p:nvPr/>
        </p:nvSpPr>
        <p:spPr>
          <a:xfrm>
            <a:off x="419125" y="2121625"/>
            <a:ext cx="68607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18"/>
          <p:cNvSpPr txBox="1"/>
          <p:nvPr/>
        </p:nvSpPr>
        <p:spPr>
          <a:xfrm>
            <a:off x="394150" y="1291725"/>
            <a:ext cx="6860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93" name="Google Shape;693;p118"/>
          <p:cNvSpPr txBox="1"/>
          <p:nvPr/>
        </p:nvSpPr>
        <p:spPr>
          <a:xfrm>
            <a:off x="410775" y="1736475"/>
            <a:ext cx="6860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1F33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081F33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94" name="Google Shape;694;p118"/>
          <p:cNvSpPr txBox="1"/>
          <p:nvPr/>
        </p:nvSpPr>
        <p:spPr>
          <a:xfrm>
            <a:off x="412125" y="962550"/>
            <a:ext cx="6860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95" name="Google Shape;695;p118"/>
          <p:cNvSpPr txBox="1"/>
          <p:nvPr/>
        </p:nvSpPr>
        <p:spPr>
          <a:xfrm>
            <a:off x="419125" y="2121625"/>
            <a:ext cx="68607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19"/>
          <p:cNvSpPr txBox="1"/>
          <p:nvPr/>
        </p:nvSpPr>
        <p:spPr>
          <a:xfrm>
            <a:off x="394150" y="1291725"/>
            <a:ext cx="6860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01" name="Google Shape;701;p119"/>
          <p:cNvSpPr txBox="1"/>
          <p:nvPr/>
        </p:nvSpPr>
        <p:spPr>
          <a:xfrm>
            <a:off x="410775" y="1736475"/>
            <a:ext cx="6860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1F33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081F33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02" name="Google Shape;702;p119"/>
          <p:cNvSpPr txBox="1"/>
          <p:nvPr/>
        </p:nvSpPr>
        <p:spPr>
          <a:xfrm>
            <a:off x="412125" y="962550"/>
            <a:ext cx="6860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03" name="Google Shape;703;p119"/>
          <p:cNvSpPr txBox="1"/>
          <p:nvPr/>
        </p:nvSpPr>
        <p:spPr>
          <a:xfrm>
            <a:off x="419125" y="2121625"/>
            <a:ext cx="68607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20"/>
          <p:cNvSpPr txBox="1"/>
          <p:nvPr/>
        </p:nvSpPr>
        <p:spPr>
          <a:xfrm>
            <a:off x="394150" y="1291725"/>
            <a:ext cx="80469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09" name="Google Shape;709;p120"/>
          <p:cNvSpPr txBox="1"/>
          <p:nvPr/>
        </p:nvSpPr>
        <p:spPr>
          <a:xfrm>
            <a:off x="413650" y="1736475"/>
            <a:ext cx="80469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1F33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081F33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10" name="Google Shape;710;p120"/>
          <p:cNvSpPr txBox="1"/>
          <p:nvPr/>
        </p:nvSpPr>
        <p:spPr>
          <a:xfrm>
            <a:off x="415233" y="962550"/>
            <a:ext cx="80469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11" name="Google Shape;711;p120"/>
          <p:cNvSpPr txBox="1"/>
          <p:nvPr/>
        </p:nvSpPr>
        <p:spPr>
          <a:xfrm>
            <a:off x="423444" y="2121625"/>
            <a:ext cx="80469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21"/>
          <p:cNvSpPr txBox="1"/>
          <p:nvPr/>
        </p:nvSpPr>
        <p:spPr>
          <a:xfrm>
            <a:off x="394150" y="1291725"/>
            <a:ext cx="6860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17" name="Google Shape;717;p121"/>
          <p:cNvSpPr txBox="1"/>
          <p:nvPr/>
        </p:nvSpPr>
        <p:spPr>
          <a:xfrm>
            <a:off x="410775" y="1736475"/>
            <a:ext cx="6860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1F33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081F33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18" name="Google Shape;718;p121"/>
          <p:cNvSpPr txBox="1"/>
          <p:nvPr/>
        </p:nvSpPr>
        <p:spPr>
          <a:xfrm>
            <a:off x="412125" y="962550"/>
            <a:ext cx="6860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19" name="Google Shape;719;p121"/>
          <p:cNvSpPr txBox="1"/>
          <p:nvPr/>
        </p:nvSpPr>
        <p:spPr>
          <a:xfrm>
            <a:off x="419125" y="2121625"/>
            <a:ext cx="68607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22"/>
          <p:cNvSpPr txBox="1"/>
          <p:nvPr/>
        </p:nvSpPr>
        <p:spPr>
          <a:xfrm>
            <a:off x="394150" y="1291725"/>
            <a:ext cx="6860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25" name="Google Shape;725;p122"/>
          <p:cNvSpPr txBox="1"/>
          <p:nvPr/>
        </p:nvSpPr>
        <p:spPr>
          <a:xfrm>
            <a:off x="410775" y="1736475"/>
            <a:ext cx="6860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1F33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081F33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26" name="Google Shape;726;p122"/>
          <p:cNvSpPr txBox="1"/>
          <p:nvPr/>
        </p:nvSpPr>
        <p:spPr>
          <a:xfrm>
            <a:off x="412125" y="962550"/>
            <a:ext cx="6860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27" name="Google Shape;727;p122"/>
          <p:cNvSpPr txBox="1"/>
          <p:nvPr/>
        </p:nvSpPr>
        <p:spPr>
          <a:xfrm>
            <a:off x="419125" y="2121625"/>
            <a:ext cx="68607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23"/>
          <p:cNvSpPr txBox="1"/>
          <p:nvPr/>
        </p:nvSpPr>
        <p:spPr>
          <a:xfrm>
            <a:off x="394150" y="1291725"/>
            <a:ext cx="8114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33" name="Google Shape;733;p123"/>
          <p:cNvSpPr txBox="1"/>
          <p:nvPr/>
        </p:nvSpPr>
        <p:spPr>
          <a:xfrm>
            <a:off x="413814" y="1736475"/>
            <a:ext cx="8114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1F33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081F33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34" name="Google Shape;734;p123"/>
          <p:cNvSpPr txBox="1"/>
          <p:nvPr/>
        </p:nvSpPr>
        <p:spPr>
          <a:xfrm>
            <a:off x="415411" y="962550"/>
            <a:ext cx="8114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35" name="Google Shape;735;p123"/>
          <p:cNvSpPr txBox="1"/>
          <p:nvPr/>
        </p:nvSpPr>
        <p:spPr>
          <a:xfrm>
            <a:off x="423690" y="2121625"/>
            <a:ext cx="81147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24"/>
          <p:cNvSpPr txBox="1"/>
          <p:nvPr/>
        </p:nvSpPr>
        <p:spPr>
          <a:xfrm>
            <a:off x="394150" y="1291725"/>
            <a:ext cx="8114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title</a:t>
            </a:r>
            <a:endParaRPr sz="40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41" name="Google Shape;741;p124"/>
          <p:cNvSpPr txBox="1"/>
          <p:nvPr/>
        </p:nvSpPr>
        <p:spPr>
          <a:xfrm>
            <a:off x="413814" y="1736475"/>
            <a:ext cx="8114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1F33"/>
                </a:solidFill>
                <a:highlight>
                  <a:srgbClr val="BBF3FD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500">
              <a:solidFill>
                <a:srgbClr val="081F33"/>
              </a:solidFill>
              <a:highlight>
                <a:srgbClr val="BBF3FD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42" name="Google Shape;742;p124"/>
          <p:cNvSpPr txBox="1"/>
          <p:nvPr/>
        </p:nvSpPr>
        <p:spPr>
          <a:xfrm>
            <a:off x="415411" y="962550"/>
            <a:ext cx="8114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subtitle</a:t>
            </a:r>
            <a:endParaRPr b="1" sz="10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43" name="Google Shape;743;p124"/>
          <p:cNvSpPr txBox="1"/>
          <p:nvPr/>
        </p:nvSpPr>
        <p:spPr>
          <a:xfrm>
            <a:off x="423690" y="2121625"/>
            <a:ext cx="81147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Click to add text</a:t>
            </a:r>
            <a:endParaRPr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125" title="LINES FINAL - BLANK (2).png"/>
          <p:cNvPicPr preferRelativeResize="0"/>
          <p:nvPr/>
        </p:nvPicPr>
        <p:blipFill rotWithShape="1">
          <a:blip r:embed="rId3">
            <a:alphaModFix/>
          </a:blip>
          <a:srcRect b="0" l="34710" r="34503" t="0"/>
          <a:stretch/>
        </p:blipFill>
        <p:spPr>
          <a:xfrm>
            <a:off x="2639260" y="1566075"/>
            <a:ext cx="1799071" cy="3287097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125"/>
          <p:cNvSpPr txBox="1"/>
          <p:nvPr/>
        </p:nvSpPr>
        <p:spPr>
          <a:xfrm>
            <a:off x="2908525" y="474525"/>
            <a:ext cx="1607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 light grey background</a:t>
            </a:r>
            <a:endParaRPr sz="18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50" name="Google Shape;750;p125" title="LINES FINAL - BLANK (3).png"/>
          <p:cNvPicPr preferRelativeResize="0"/>
          <p:nvPr/>
        </p:nvPicPr>
        <p:blipFill rotWithShape="1">
          <a:blip r:embed="rId3">
            <a:alphaModFix/>
          </a:blip>
          <a:srcRect b="0" l="34214" r="33018" t="0"/>
          <a:stretch/>
        </p:blipFill>
        <p:spPr>
          <a:xfrm>
            <a:off x="290850" y="1594750"/>
            <a:ext cx="1881472" cy="322975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125"/>
          <p:cNvSpPr txBox="1"/>
          <p:nvPr/>
        </p:nvSpPr>
        <p:spPr>
          <a:xfrm>
            <a:off x="427925" y="398000"/>
            <a:ext cx="1607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 XD navy background</a:t>
            </a:r>
            <a:endParaRPr sz="18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52" name="Google Shape;752;p125" title="TETRIS FINAL - BLANK (1).png"/>
          <p:cNvPicPr preferRelativeResize="0"/>
          <p:nvPr/>
        </p:nvPicPr>
        <p:blipFill rotWithShape="1">
          <a:blip r:embed="rId4">
            <a:alphaModFix/>
          </a:blip>
          <a:srcRect b="0" l="59050" r="0" t="0"/>
          <a:stretch/>
        </p:blipFill>
        <p:spPr>
          <a:xfrm>
            <a:off x="6462270" y="2981203"/>
            <a:ext cx="1442053" cy="1980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125" title="TETRIS FINAL - BLANK (1).png"/>
          <p:cNvPicPr preferRelativeResize="0"/>
          <p:nvPr/>
        </p:nvPicPr>
        <p:blipFill rotWithShape="1">
          <a:blip r:embed="rId4">
            <a:alphaModFix/>
          </a:blip>
          <a:srcRect b="0" l="0" r="53966" t="0"/>
          <a:stretch/>
        </p:blipFill>
        <p:spPr>
          <a:xfrm>
            <a:off x="4575055" y="2981203"/>
            <a:ext cx="1621151" cy="1980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6"/>
          <p:cNvSpPr txBox="1"/>
          <p:nvPr/>
        </p:nvSpPr>
        <p:spPr>
          <a:xfrm>
            <a:off x="338050" y="547250"/>
            <a:ext cx="8348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Xero developer colour palette</a:t>
            </a:r>
            <a:endParaRPr sz="4000">
              <a:solidFill>
                <a:srgbClr val="213B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59" name="Google Shape;759;p126"/>
          <p:cNvSpPr/>
          <p:nvPr/>
        </p:nvSpPr>
        <p:spPr>
          <a:xfrm>
            <a:off x="459225" y="1647131"/>
            <a:ext cx="1757400" cy="1653300"/>
          </a:xfrm>
          <a:prstGeom prst="rect">
            <a:avLst/>
          </a:prstGeom>
          <a:solidFill>
            <a:srgbClr val="071F34"/>
          </a:solidFill>
          <a:ln cap="flat" cmpd="sng" w="83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50" lIns="80050" spcFirstLastPara="1" rIns="80050" wrap="square" tIns="80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6"/>
          </a:p>
        </p:txBody>
      </p:sp>
      <p:sp>
        <p:nvSpPr>
          <p:cNvPr id="760" name="Google Shape;760;p126"/>
          <p:cNvSpPr/>
          <p:nvPr/>
        </p:nvSpPr>
        <p:spPr>
          <a:xfrm>
            <a:off x="2467246" y="1627806"/>
            <a:ext cx="1757400" cy="1653300"/>
          </a:xfrm>
          <a:prstGeom prst="rect">
            <a:avLst/>
          </a:prstGeom>
          <a:solidFill>
            <a:schemeClr val="lt2"/>
          </a:solidFill>
          <a:ln cap="flat" cmpd="sng" w="83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50" lIns="80050" spcFirstLastPara="1" rIns="80050" wrap="square" tIns="80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6"/>
          </a:p>
        </p:txBody>
      </p:sp>
      <p:sp>
        <p:nvSpPr>
          <p:cNvPr id="761" name="Google Shape;761;p126"/>
          <p:cNvSpPr/>
          <p:nvPr/>
        </p:nvSpPr>
        <p:spPr>
          <a:xfrm>
            <a:off x="4475266" y="1627800"/>
            <a:ext cx="1757400" cy="1653300"/>
          </a:xfrm>
          <a:prstGeom prst="rect">
            <a:avLst/>
          </a:prstGeom>
          <a:solidFill>
            <a:srgbClr val="A4EEFE"/>
          </a:solidFill>
          <a:ln cap="flat" cmpd="sng" w="83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50" lIns="80050" spcFirstLastPara="1" rIns="80050" wrap="square" tIns="80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6"/>
          </a:p>
        </p:txBody>
      </p:sp>
      <p:sp>
        <p:nvSpPr>
          <p:cNvPr id="762" name="Google Shape;762;p126"/>
          <p:cNvSpPr/>
          <p:nvPr/>
        </p:nvSpPr>
        <p:spPr>
          <a:xfrm>
            <a:off x="6440762" y="1627800"/>
            <a:ext cx="1757400" cy="1653300"/>
          </a:xfrm>
          <a:prstGeom prst="rect">
            <a:avLst/>
          </a:prstGeom>
          <a:solidFill>
            <a:schemeClr val="lt1"/>
          </a:solidFill>
          <a:ln cap="flat" cmpd="sng" w="8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50" lIns="80050" spcFirstLastPara="1" rIns="80050" wrap="square" tIns="80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6"/>
          </a:p>
        </p:txBody>
      </p:sp>
      <p:sp>
        <p:nvSpPr>
          <p:cNvPr id="763" name="Google Shape;763;p126"/>
          <p:cNvSpPr txBox="1"/>
          <p:nvPr/>
        </p:nvSpPr>
        <p:spPr>
          <a:xfrm>
            <a:off x="423700" y="3435800"/>
            <a:ext cx="17574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Xero Developer Navy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HEX: #071f34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RGB: (7, 31, 52)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64" name="Google Shape;764;p126"/>
          <p:cNvSpPr txBox="1"/>
          <p:nvPr/>
        </p:nvSpPr>
        <p:spPr>
          <a:xfrm>
            <a:off x="2467250" y="3435800"/>
            <a:ext cx="1939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Xero Developer light grey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HEX: #eff0f3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RGB: (239, 240, 243)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65" name="Google Shape;765;p126"/>
          <p:cNvSpPr txBox="1"/>
          <p:nvPr/>
        </p:nvSpPr>
        <p:spPr>
          <a:xfrm>
            <a:off x="4475275" y="3435800"/>
            <a:ext cx="19398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Xero Developer light blue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HEX: #a4eefe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RGB:(164, 238, 254)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66" name="Google Shape;766;p126"/>
          <p:cNvSpPr txBox="1"/>
          <p:nvPr/>
        </p:nvSpPr>
        <p:spPr>
          <a:xfrm>
            <a:off x="6483300" y="3435800"/>
            <a:ext cx="17574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Xero Developer white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HEX: #ffffff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1F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RGB: (255, 255, 255)</a:t>
            </a:r>
            <a:endParaRPr b="1" sz="1200">
              <a:solidFill>
                <a:srgbClr val="081F3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27"/>
          <p:cNvSpPr/>
          <p:nvPr/>
        </p:nvSpPr>
        <p:spPr>
          <a:xfrm>
            <a:off x="338050" y="2445225"/>
            <a:ext cx="5021700" cy="1734300"/>
          </a:xfrm>
          <a:prstGeom prst="rect">
            <a:avLst/>
          </a:prstGeom>
          <a:solidFill>
            <a:srgbClr val="071F3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27"/>
          <p:cNvSpPr txBox="1"/>
          <p:nvPr/>
        </p:nvSpPr>
        <p:spPr>
          <a:xfrm>
            <a:off x="338050" y="547250"/>
            <a:ext cx="8348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13B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Xero developer logos</a:t>
            </a:r>
            <a:endParaRPr sz="4000">
              <a:solidFill>
                <a:srgbClr val="213B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73" name="Google Shape;773;p127" title="xero-developer-logo 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98" y="1619625"/>
            <a:ext cx="4067695" cy="541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127" title="xero-developer-logo-reverse 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75" y="3041413"/>
            <a:ext cx="4067716" cy="5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